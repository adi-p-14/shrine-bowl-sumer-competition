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1" r:id="rId4"/>
    <p:sldId id="265" r:id="rId5"/>
    <p:sldId id="258" r:id="rId6"/>
    <p:sldId id="259" r:id="rId7"/>
    <p:sldId id="260" r:id="rId8"/>
    <p:sldId id="262" r:id="rId9"/>
    <p:sldId id="266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F3A"/>
    <a:srgbClr val="9B1E32"/>
    <a:srgbClr val="1C1C1C"/>
    <a:srgbClr val="F4F4F2"/>
    <a:srgbClr val="3A3F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750983-A115-4523-ADFA-12174089B5B9}" v="1645" dt="2026-01-04T23:34:47.9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90" d="100"/>
          <a:sy n="90" d="100"/>
        </p:scale>
        <p:origin x="355" y="-1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hya prabakaran" userId="80129b21d1f6d54e" providerId="LiveId" clId="{7CE4D570-2AF0-41CB-8A1E-06C3545AF118}"/>
    <pc:docChg chg="undo redo custSel addSld delSld modSld sldOrd modMainMaster">
      <pc:chgData name="adithya prabakaran" userId="80129b21d1f6d54e" providerId="LiveId" clId="{7CE4D570-2AF0-41CB-8A1E-06C3545AF118}" dt="2026-01-04T23:41:27.136" v="25276" actId="1035"/>
      <pc:docMkLst>
        <pc:docMk/>
      </pc:docMkLst>
      <pc:sldChg chg="addSp delSp modSp mod setBg">
        <pc:chgData name="adithya prabakaran" userId="80129b21d1f6d54e" providerId="LiveId" clId="{7CE4D570-2AF0-41CB-8A1E-06C3545AF118}" dt="2026-01-01T16:37:54.440" v="20805" actId="113"/>
        <pc:sldMkLst>
          <pc:docMk/>
          <pc:sldMk cId="553567279" sldId="256"/>
        </pc:sldMkLst>
        <pc:spChg chg="add mod">
          <ac:chgData name="adithya prabakaran" userId="80129b21d1f6d54e" providerId="LiveId" clId="{7CE4D570-2AF0-41CB-8A1E-06C3545AF118}" dt="2025-12-29T16:22:46.989" v="4671" actId="14100"/>
          <ac:spMkLst>
            <pc:docMk/>
            <pc:sldMk cId="553567279" sldId="256"/>
            <ac:spMk id="2" creationId="{93402233-9652-AC3B-89D8-FB31E1E17735}"/>
          </ac:spMkLst>
        </pc:spChg>
        <pc:spChg chg="add mod">
          <ac:chgData name="adithya prabakaran" userId="80129b21d1f6d54e" providerId="LiveId" clId="{7CE4D570-2AF0-41CB-8A1E-06C3545AF118}" dt="2025-12-29T16:22:53.168" v="4673" actId="14100"/>
          <ac:spMkLst>
            <pc:docMk/>
            <pc:sldMk cId="553567279" sldId="256"/>
            <ac:spMk id="3" creationId="{4A157CED-CE69-A76A-F287-48AD19D5B363}"/>
          </ac:spMkLst>
        </pc:spChg>
        <pc:spChg chg="add mod">
          <ac:chgData name="adithya prabakaran" userId="80129b21d1f6d54e" providerId="LiveId" clId="{7CE4D570-2AF0-41CB-8A1E-06C3545AF118}" dt="2025-12-29T03:03:30.977" v="241" actId="208"/>
          <ac:spMkLst>
            <pc:docMk/>
            <pc:sldMk cId="553567279" sldId="256"/>
            <ac:spMk id="4" creationId="{DBEBEFE9-42D5-E6B7-518D-D884AFB332F2}"/>
          </ac:spMkLst>
        </pc:spChg>
        <pc:spChg chg="add mod">
          <ac:chgData name="adithya prabakaran" userId="80129b21d1f6d54e" providerId="LiveId" clId="{7CE4D570-2AF0-41CB-8A1E-06C3545AF118}" dt="2025-12-29T23:56:03.802" v="13142" actId="1035"/>
          <ac:spMkLst>
            <pc:docMk/>
            <pc:sldMk cId="553567279" sldId="256"/>
            <ac:spMk id="5" creationId="{AF0843A8-5425-A96F-E5A2-EC30ED7855E3}"/>
          </ac:spMkLst>
        </pc:spChg>
        <pc:spChg chg="add mod">
          <ac:chgData name="adithya prabakaran" userId="80129b21d1f6d54e" providerId="LiveId" clId="{7CE4D570-2AF0-41CB-8A1E-06C3545AF118}" dt="2025-12-29T03:03:30.977" v="241" actId="208"/>
          <ac:spMkLst>
            <pc:docMk/>
            <pc:sldMk cId="553567279" sldId="256"/>
            <ac:spMk id="6" creationId="{C157DEC9-36AC-20A8-9D40-ED239E780299}"/>
          </ac:spMkLst>
        </pc:spChg>
        <pc:spChg chg="add mod">
          <ac:chgData name="adithya prabakaran" userId="80129b21d1f6d54e" providerId="LiveId" clId="{7CE4D570-2AF0-41CB-8A1E-06C3545AF118}" dt="2025-12-29T23:56:03.802" v="13142" actId="1035"/>
          <ac:spMkLst>
            <pc:docMk/>
            <pc:sldMk cId="553567279" sldId="256"/>
            <ac:spMk id="7" creationId="{446B5128-F74E-5748-E90D-856084DA6228}"/>
          </ac:spMkLst>
        </pc:spChg>
        <pc:spChg chg="add mod">
          <ac:chgData name="adithya prabakaran" userId="80129b21d1f6d54e" providerId="LiveId" clId="{7CE4D570-2AF0-41CB-8A1E-06C3545AF118}" dt="2025-12-29T03:03:30.977" v="241" actId="208"/>
          <ac:spMkLst>
            <pc:docMk/>
            <pc:sldMk cId="553567279" sldId="256"/>
            <ac:spMk id="8" creationId="{E5F850C0-9066-2C7E-C043-92BD1C2B3E01}"/>
          </ac:spMkLst>
        </pc:spChg>
        <pc:spChg chg="add mod">
          <ac:chgData name="adithya prabakaran" userId="80129b21d1f6d54e" providerId="LiveId" clId="{7CE4D570-2AF0-41CB-8A1E-06C3545AF118}" dt="2026-01-01T16:37:54.440" v="20805" actId="113"/>
          <ac:spMkLst>
            <pc:docMk/>
            <pc:sldMk cId="553567279" sldId="256"/>
            <ac:spMk id="9" creationId="{1425B1A5-7751-1381-4EE7-9139BFBACE6C}"/>
          </ac:spMkLst>
        </pc:spChg>
        <pc:spChg chg="add mod">
          <ac:chgData name="adithya prabakaran" userId="80129b21d1f6d54e" providerId="LiveId" clId="{7CE4D570-2AF0-41CB-8A1E-06C3545AF118}" dt="2025-12-29T16:23:22.905" v="4678" actId="14100"/>
          <ac:spMkLst>
            <pc:docMk/>
            <pc:sldMk cId="553567279" sldId="256"/>
            <ac:spMk id="10" creationId="{B59DBC56-8030-EC3F-E143-ADC136EBD63A}"/>
          </ac:spMkLst>
        </pc:spChg>
        <pc:spChg chg="add mod">
          <ac:chgData name="adithya prabakaran" userId="80129b21d1f6d54e" providerId="LiveId" clId="{7CE4D570-2AF0-41CB-8A1E-06C3545AF118}" dt="2025-12-29T16:23:18.994" v="4677" actId="14100"/>
          <ac:spMkLst>
            <pc:docMk/>
            <pc:sldMk cId="553567279" sldId="256"/>
            <ac:spMk id="11" creationId="{B41163D7-DEDB-CA2F-541E-A3B7035153C8}"/>
          </ac:spMkLst>
        </pc:spChg>
        <pc:picChg chg="add mod">
          <ac:chgData name="adithya prabakaran" userId="80129b21d1f6d54e" providerId="LiveId" clId="{7CE4D570-2AF0-41CB-8A1E-06C3545AF118}" dt="2025-12-29T03:02:55.162" v="240" actId="1076"/>
          <ac:picMkLst>
            <pc:docMk/>
            <pc:sldMk cId="553567279" sldId="256"/>
            <ac:picMk id="1028" creationId="{39F87FFD-7058-77FB-4C11-9237E35CE3D5}"/>
          </ac:picMkLst>
        </pc:picChg>
      </pc:sldChg>
      <pc:sldChg chg="addSp delSp modSp new mod ord setBg">
        <pc:chgData name="adithya prabakaran" userId="80129b21d1f6d54e" providerId="LiveId" clId="{7CE4D570-2AF0-41CB-8A1E-06C3545AF118}" dt="2026-01-02T21:56:41.360" v="20962" actId="20577"/>
        <pc:sldMkLst>
          <pc:docMk/>
          <pc:sldMk cId="2544475692" sldId="257"/>
        </pc:sldMkLst>
        <pc:spChg chg="mod">
          <ac:chgData name="adithya prabakaran" userId="80129b21d1f6d54e" providerId="LiveId" clId="{7CE4D570-2AF0-41CB-8A1E-06C3545AF118}" dt="2025-12-30T00:48:41.431" v="13183" actId="20577"/>
          <ac:spMkLst>
            <pc:docMk/>
            <pc:sldMk cId="2544475692" sldId="257"/>
            <ac:spMk id="2" creationId="{9A96A696-F80B-5DA1-293D-F00439318276}"/>
          </ac:spMkLst>
        </pc:spChg>
        <pc:spChg chg="mod">
          <ac:chgData name="adithya prabakaran" userId="80129b21d1f6d54e" providerId="LiveId" clId="{7CE4D570-2AF0-41CB-8A1E-06C3545AF118}" dt="2026-01-02T21:56:38.426" v="20961" actId="113"/>
          <ac:spMkLst>
            <pc:docMk/>
            <pc:sldMk cId="2544475692" sldId="257"/>
            <ac:spMk id="3" creationId="{4B66C461-E7C2-FB3F-C7B5-E283E1BAFBA3}"/>
          </ac:spMkLst>
        </pc:spChg>
        <pc:spChg chg="add mod ord">
          <ac:chgData name="adithya prabakaran" userId="80129b21d1f6d54e" providerId="LiveId" clId="{7CE4D570-2AF0-41CB-8A1E-06C3545AF118}" dt="2025-12-29T03:09:50.624" v="622" actId="1036"/>
          <ac:spMkLst>
            <pc:docMk/>
            <pc:sldMk cId="2544475692" sldId="257"/>
            <ac:spMk id="4" creationId="{0334945B-F823-EF65-A51E-F2ADE3EDD5EF}"/>
          </ac:spMkLst>
        </pc:spChg>
        <pc:spChg chg="add del mod ord">
          <ac:chgData name="adithya prabakaran" userId="80129b21d1f6d54e" providerId="LiveId" clId="{7CE4D570-2AF0-41CB-8A1E-06C3545AF118}" dt="2025-12-29T03:50:20.501" v="1908" actId="14100"/>
          <ac:spMkLst>
            <pc:docMk/>
            <pc:sldMk cId="2544475692" sldId="257"/>
            <ac:spMk id="5" creationId="{0E8C5056-DD29-6370-229C-CB8A2F54ED21}"/>
          </ac:spMkLst>
        </pc:spChg>
        <pc:spChg chg="add mod">
          <ac:chgData name="adithya prabakaran" userId="80129b21d1f6d54e" providerId="LiveId" clId="{7CE4D570-2AF0-41CB-8A1E-06C3545AF118}" dt="2026-01-02T21:56:41.360" v="20962" actId="20577"/>
          <ac:spMkLst>
            <pc:docMk/>
            <pc:sldMk cId="2544475692" sldId="257"/>
            <ac:spMk id="6" creationId="{7EFB64F4-CCE2-7C82-EDD4-83C66A0144A7}"/>
          </ac:spMkLst>
        </pc:spChg>
        <pc:spChg chg="add mod">
          <ac:chgData name="adithya prabakaran" userId="80129b21d1f6d54e" providerId="LiveId" clId="{7CE4D570-2AF0-41CB-8A1E-06C3545AF118}" dt="2025-12-30T01:17:09.578" v="14614" actId="27636"/>
          <ac:spMkLst>
            <pc:docMk/>
            <pc:sldMk cId="2544475692" sldId="257"/>
            <ac:spMk id="7" creationId="{E06C3469-BECE-4BD5-0B46-095B21353DCD}"/>
          </ac:spMkLst>
        </pc:spChg>
        <pc:spChg chg="add mod">
          <ac:chgData name="adithya prabakaran" userId="80129b21d1f6d54e" providerId="LiveId" clId="{7CE4D570-2AF0-41CB-8A1E-06C3545AF118}" dt="2026-01-01T16:32:30.022" v="20747" actId="20577"/>
          <ac:spMkLst>
            <pc:docMk/>
            <pc:sldMk cId="2544475692" sldId="257"/>
            <ac:spMk id="8" creationId="{3C2B5593-CDFA-EBD2-FD43-43C599BA3E00}"/>
          </ac:spMkLst>
        </pc:spChg>
        <pc:spChg chg="add mod">
          <ac:chgData name="adithya prabakaran" userId="80129b21d1f6d54e" providerId="LiveId" clId="{7CE4D570-2AF0-41CB-8A1E-06C3545AF118}" dt="2025-12-30T01:17:36.293" v="14622" actId="27636"/>
          <ac:spMkLst>
            <pc:docMk/>
            <pc:sldMk cId="2544475692" sldId="257"/>
            <ac:spMk id="9" creationId="{A107ABAD-3FEF-A74A-FD58-8D7770C2383F}"/>
          </ac:spMkLst>
        </pc:spChg>
        <pc:spChg chg="add mod">
          <ac:chgData name="adithya prabakaran" userId="80129b21d1f6d54e" providerId="LiveId" clId="{7CE4D570-2AF0-41CB-8A1E-06C3545AF118}" dt="2025-12-29T03:40:21.979" v="1704" actId="2085"/>
          <ac:spMkLst>
            <pc:docMk/>
            <pc:sldMk cId="2544475692" sldId="257"/>
            <ac:spMk id="10" creationId="{2FC2597D-2E19-D7AE-C652-4EA2C0BECF2F}"/>
          </ac:spMkLst>
        </pc:spChg>
        <pc:spChg chg="add mod">
          <ac:chgData name="adithya prabakaran" userId="80129b21d1f6d54e" providerId="LiveId" clId="{7CE4D570-2AF0-41CB-8A1E-06C3545AF118}" dt="2025-12-29T03:40:21.979" v="1704" actId="2085"/>
          <ac:spMkLst>
            <pc:docMk/>
            <pc:sldMk cId="2544475692" sldId="257"/>
            <ac:spMk id="11" creationId="{C572E83B-A488-3952-5793-EF932862B4A2}"/>
          </ac:spMkLst>
        </pc:spChg>
        <pc:spChg chg="add mod">
          <ac:chgData name="adithya prabakaran" userId="80129b21d1f6d54e" providerId="LiveId" clId="{7CE4D570-2AF0-41CB-8A1E-06C3545AF118}" dt="2025-12-29T03:40:21.979" v="1704" actId="2085"/>
          <ac:spMkLst>
            <pc:docMk/>
            <pc:sldMk cId="2544475692" sldId="257"/>
            <ac:spMk id="12" creationId="{11DCF877-8632-3D8D-4C44-472C16DDAD97}"/>
          </ac:spMkLst>
        </pc:spChg>
        <pc:spChg chg="add mod">
          <ac:chgData name="adithya prabakaran" userId="80129b21d1f6d54e" providerId="LiveId" clId="{7CE4D570-2AF0-41CB-8A1E-06C3545AF118}" dt="2025-12-29T03:40:21.979" v="1704" actId="2085"/>
          <ac:spMkLst>
            <pc:docMk/>
            <pc:sldMk cId="2544475692" sldId="257"/>
            <ac:spMk id="13" creationId="{5EBB5958-1B95-F44E-F7AE-4459C3D3E437}"/>
          </ac:spMkLst>
        </pc:spChg>
      </pc:sldChg>
      <pc:sldChg chg="addSp delSp modSp new mod">
        <pc:chgData name="adithya prabakaran" userId="80129b21d1f6d54e" providerId="LiveId" clId="{7CE4D570-2AF0-41CB-8A1E-06C3545AF118}" dt="2026-01-04T23:22:49.265" v="25129" actId="1036"/>
        <pc:sldMkLst>
          <pc:docMk/>
          <pc:sldMk cId="249402074" sldId="258"/>
        </pc:sldMkLst>
        <pc:spChg chg="add mod">
          <ac:chgData name="adithya prabakaran" userId="80129b21d1f6d54e" providerId="LiveId" clId="{7CE4D570-2AF0-41CB-8A1E-06C3545AF118}" dt="2025-12-31T07:08:47.044" v="17481" actId="14100"/>
          <ac:spMkLst>
            <pc:docMk/>
            <pc:sldMk cId="249402074" sldId="258"/>
            <ac:spMk id="2" creationId="{3590D4DE-3889-5EE2-15F4-75DB1337961B}"/>
          </ac:spMkLst>
        </pc:spChg>
        <pc:spChg chg="add mod">
          <ac:chgData name="adithya prabakaran" userId="80129b21d1f6d54e" providerId="LiveId" clId="{7CE4D570-2AF0-41CB-8A1E-06C3545AF118}" dt="2025-12-29T03:47:54.171" v="1879"/>
          <ac:spMkLst>
            <pc:docMk/>
            <pc:sldMk cId="249402074" sldId="258"/>
            <ac:spMk id="4" creationId="{AC5FBE09-B6C5-71F3-AC7F-15BD8B5DCA9E}"/>
          </ac:spMkLst>
        </pc:spChg>
        <pc:spChg chg="add mod">
          <ac:chgData name="adithya prabakaran" userId="80129b21d1f6d54e" providerId="LiveId" clId="{7CE4D570-2AF0-41CB-8A1E-06C3545AF118}" dt="2025-12-29T03:47:54.171" v="1879"/>
          <ac:spMkLst>
            <pc:docMk/>
            <pc:sldMk cId="249402074" sldId="258"/>
            <ac:spMk id="5" creationId="{F4A1F912-9BAE-E607-B6D9-705C8EFFB06F}"/>
          </ac:spMkLst>
        </pc:spChg>
        <pc:spChg chg="add mod">
          <ac:chgData name="adithya prabakaran" userId="80129b21d1f6d54e" providerId="LiveId" clId="{7CE4D570-2AF0-41CB-8A1E-06C3545AF118}" dt="2025-12-29T03:47:54.171" v="1879"/>
          <ac:spMkLst>
            <pc:docMk/>
            <pc:sldMk cId="249402074" sldId="258"/>
            <ac:spMk id="6" creationId="{E2093C12-F243-A387-63F2-C3CD0E910D52}"/>
          </ac:spMkLst>
        </pc:spChg>
        <pc:spChg chg="add mod">
          <ac:chgData name="adithya prabakaran" userId="80129b21d1f6d54e" providerId="LiveId" clId="{7CE4D570-2AF0-41CB-8A1E-06C3545AF118}" dt="2025-12-29T03:47:54.171" v="1879"/>
          <ac:spMkLst>
            <pc:docMk/>
            <pc:sldMk cId="249402074" sldId="258"/>
            <ac:spMk id="7" creationId="{CA50C064-5753-0116-4F47-DF2039CC625E}"/>
          </ac:spMkLst>
        </pc:spChg>
        <pc:spChg chg="add mod">
          <ac:chgData name="adithya prabakaran" userId="80129b21d1f6d54e" providerId="LiveId" clId="{7CE4D570-2AF0-41CB-8A1E-06C3545AF118}" dt="2025-12-29T16:03:39.419" v="3581" actId="14100"/>
          <ac:spMkLst>
            <pc:docMk/>
            <pc:sldMk cId="249402074" sldId="258"/>
            <ac:spMk id="8" creationId="{A3BB5816-F0C5-8F37-66C8-95B062751EC1}"/>
          </ac:spMkLst>
        </pc:spChg>
        <pc:spChg chg="add mod">
          <ac:chgData name="adithya prabakaran" userId="80129b21d1f6d54e" providerId="LiveId" clId="{7CE4D570-2AF0-41CB-8A1E-06C3545AF118}" dt="2025-12-29T23:56:40.608" v="13143" actId="14100"/>
          <ac:spMkLst>
            <pc:docMk/>
            <pc:sldMk cId="249402074" sldId="258"/>
            <ac:spMk id="9" creationId="{FCEBE9BA-1020-185B-0604-0308FFD72A5C}"/>
          </ac:spMkLst>
        </pc:spChg>
        <pc:spChg chg="add mod">
          <ac:chgData name="adithya prabakaran" userId="80129b21d1f6d54e" providerId="LiveId" clId="{7CE4D570-2AF0-41CB-8A1E-06C3545AF118}" dt="2025-12-31T15:58:07.138" v="17589" actId="20577"/>
          <ac:spMkLst>
            <pc:docMk/>
            <pc:sldMk cId="249402074" sldId="258"/>
            <ac:spMk id="10" creationId="{D3E53A3F-D88B-9910-9EBE-4B33C93819F2}"/>
          </ac:spMkLst>
        </pc:spChg>
        <pc:spChg chg="add mod">
          <ac:chgData name="adithya prabakaran" userId="80129b21d1f6d54e" providerId="LiveId" clId="{7CE4D570-2AF0-41CB-8A1E-06C3545AF118}" dt="2025-12-31T15:58:28.022" v="17609" actId="6549"/>
          <ac:spMkLst>
            <pc:docMk/>
            <pc:sldMk cId="249402074" sldId="258"/>
            <ac:spMk id="11" creationId="{AFF6A0C9-C37E-729B-5178-C1C17EA4685C}"/>
          </ac:spMkLst>
        </pc:spChg>
        <pc:spChg chg="add mod">
          <ac:chgData name="adithya prabakaran" userId="80129b21d1f6d54e" providerId="LiveId" clId="{7CE4D570-2AF0-41CB-8A1E-06C3545AF118}" dt="2025-12-29T23:54:22.740" v="13056" actId="1036"/>
          <ac:spMkLst>
            <pc:docMk/>
            <pc:sldMk cId="249402074" sldId="258"/>
            <ac:spMk id="12" creationId="{0046B11F-A9F9-D176-4B3D-0067AA0F22E1}"/>
          </ac:spMkLst>
        </pc:spChg>
        <pc:spChg chg="add mod">
          <ac:chgData name="adithya prabakaran" userId="80129b21d1f6d54e" providerId="LiveId" clId="{7CE4D570-2AF0-41CB-8A1E-06C3545AF118}" dt="2025-12-29T23:54:22.740" v="13056" actId="1036"/>
          <ac:spMkLst>
            <pc:docMk/>
            <pc:sldMk cId="249402074" sldId="258"/>
            <ac:spMk id="13" creationId="{03F972E3-CEF7-C614-2290-872D00ECD440}"/>
          </ac:spMkLst>
        </pc:spChg>
        <pc:spChg chg="add mod">
          <ac:chgData name="adithya prabakaran" userId="80129b21d1f6d54e" providerId="LiveId" clId="{7CE4D570-2AF0-41CB-8A1E-06C3545AF118}" dt="2025-12-29T23:54:22.740" v="13056" actId="1036"/>
          <ac:spMkLst>
            <pc:docMk/>
            <pc:sldMk cId="249402074" sldId="258"/>
            <ac:spMk id="14" creationId="{9C378028-9E75-DB43-2EA9-0DC1149030AE}"/>
          </ac:spMkLst>
        </pc:spChg>
        <pc:spChg chg="add mod">
          <ac:chgData name="adithya prabakaran" userId="80129b21d1f6d54e" providerId="LiveId" clId="{7CE4D570-2AF0-41CB-8A1E-06C3545AF118}" dt="2026-01-04T23:22:44.588" v="25125" actId="1076"/>
          <ac:spMkLst>
            <pc:docMk/>
            <pc:sldMk cId="249402074" sldId="258"/>
            <ac:spMk id="15" creationId="{11CA1DED-C5BE-8C5D-9F87-7FFC4B7C8147}"/>
          </ac:spMkLst>
        </pc:spChg>
        <pc:spChg chg="add mod">
          <ac:chgData name="adithya prabakaran" userId="80129b21d1f6d54e" providerId="LiveId" clId="{7CE4D570-2AF0-41CB-8A1E-06C3545AF118}" dt="2025-12-29T23:54:22.740" v="13056" actId="1036"/>
          <ac:spMkLst>
            <pc:docMk/>
            <pc:sldMk cId="249402074" sldId="258"/>
            <ac:spMk id="16" creationId="{3313DC0A-0B50-61B3-DF53-571B5968DDE9}"/>
          </ac:spMkLst>
        </pc:spChg>
        <pc:spChg chg="add mod">
          <ac:chgData name="adithya prabakaran" userId="80129b21d1f6d54e" providerId="LiveId" clId="{7CE4D570-2AF0-41CB-8A1E-06C3545AF118}" dt="2026-01-04T23:22:49.265" v="25129" actId="1036"/>
          <ac:spMkLst>
            <pc:docMk/>
            <pc:sldMk cId="249402074" sldId="258"/>
            <ac:spMk id="17" creationId="{32D9F4CF-E100-08BA-506F-2311F6566E17}"/>
          </ac:spMkLst>
        </pc:spChg>
        <pc:spChg chg="add mod">
          <ac:chgData name="adithya prabakaran" userId="80129b21d1f6d54e" providerId="LiveId" clId="{7CE4D570-2AF0-41CB-8A1E-06C3545AF118}" dt="2025-12-31T07:08:58.820" v="17484" actId="1076"/>
          <ac:spMkLst>
            <pc:docMk/>
            <pc:sldMk cId="249402074" sldId="258"/>
            <ac:spMk id="18" creationId="{FDA56E2A-5CD9-7DC6-9B3D-696038D6ADAC}"/>
          </ac:spMkLst>
        </pc:spChg>
        <pc:spChg chg="add mod">
          <ac:chgData name="adithya prabakaran" userId="80129b21d1f6d54e" providerId="LiveId" clId="{7CE4D570-2AF0-41CB-8A1E-06C3545AF118}" dt="2025-12-29T16:03:15.911" v="3558"/>
          <ac:spMkLst>
            <pc:docMk/>
            <pc:sldMk cId="249402074" sldId="258"/>
            <ac:spMk id="21" creationId="{AD819EEB-8B70-76B3-18F7-B5128997458A}"/>
          </ac:spMkLst>
        </pc:spChg>
        <pc:spChg chg="add mod">
          <ac:chgData name="adithya prabakaran" userId="80129b21d1f6d54e" providerId="LiveId" clId="{7CE4D570-2AF0-41CB-8A1E-06C3545AF118}" dt="2025-12-29T23:55:16.256" v="13135" actId="113"/>
          <ac:spMkLst>
            <pc:docMk/>
            <pc:sldMk cId="249402074" sldId="258"/>
            <ac:spMk id="23" creationId="{48CD4E6F-334C-D632-72BC-074D929B0DFC}"/>
          </ac:spMkLst>
        </pc:spChg>
        <pc:spChg chg="add mod">
          <ac:chgData name="adithya prabakaran" userId="80129b21d1f6d54e" providerId="LiveId" clId="{7CE4D570-2AF0-41CB-8A1E-06C3545AF118}" dt="2025-12-29T23:55:16.256" v="13135" actId="113"/>
          <ac:spMkLst>
            <pc:docMk/>
            <pc:sldMk cId="249402074" sldId="258"/>
            <ac:spMk id="24" creationId="{68BF1309-B22F-5614-69CD-495589735D58}"/>
          </ac:spMkLst>
        </pc:spChg>
        <pc:spChg chg="add mod">
          <ac:chgData name="adithya prabakaran" userId="80129b21d1f6d54e" providerId="LiveId" clId="{7CE4D570-2AF0-41CB-8A1E-06C3545AF118}" dt="2025-12-31T07:09:10.661" v="17486" actId="1076"/>
          <ac:spMkLst>
            <pc:docMk/>
            <pc:sldMk cId="249402074" sldId="258"/>
            <ac:spMk id="25" creationId="{D7DBD730-BCC9-BF7A-A75D-C18D2CA31CE6}"/>
          </ac:spMkLst>
        </pc:spChg>
        <pc:cxnChg chg="add mod">
          <ac:chgData name="adithya prabakaran" userId="80129b21d1f6d54e" providerId="LiveId" clId="{7CE4D570-2AF0-41CB-8A1E-06C3545AF118}" dt="2026-01-03T17:00:05.476" v="23903" actId="14100"/>
          <ac:cxnSpMkLst>
            <pc:docMk/>
            <pc:sldMk cId="249402074" sldId="258"/>
            <ac:cxnSpMk id="3" creationId="{8BCAC55A-579E-7E33-51BB-316935BB0AD7}"/>
          </ac:cxnSpMkLst>
        </pc:cxnChg>
        <pc:cxnChg chg="add mod">
          <ac:chgData name="adithya prabakaran" userId="80129b21d1f6d54e" providerId="LiveId" clId="{7CE4D570-2AF0-41CB-8A1E-06C3545AF118}" dt="2025-12-29T23:56:40.608" v="13143" actId="14100"/>
          <ac:cxnSpMkLst>
            <pc:docMk/>
            <pc:sldMk cId="249402074" sldId="258"/>
            <ac:cxnSpMk id="19" creationId="{4C715490-9F0D-99DF-9A6E-48DDE26C0905}"/>
          </ac:cxnSpMkLst>
        </pc:cxnChg>
        <pc:cxnChg chg="add mod">
          <ac:chgData name="adithya prabakaran" userId="80129b21d1f6d54e" providerId="LiveId" clId="{7CE4D570-2AF0-41CB-8A1E-06C3545AF118}" dt="2025-12-29T23:57:21.138" v="13151" actId="1037"/>
          <ac:cxnSpMkLst>
            <pc:docMk/>
            <pc:sldMk cId="249402074" sldId="258"/>
            <ac:cxnSpMk id="20" creationId="{0551C7B2-A73C-6820-B6E1-C35DA5E38230}"/>
          </ac:cxnSpMkLst>
        </pc:cxnChg>
        <pc:cxnChg chg="add mod">
          <ac:chgData name="adithya prabakaran" userId="80129b21d1f6d54e" providerId="LiveId" clId="{7CE4D570-2AF0-41CB-8A1E-06C3545AF118}" dt="2025-12-29T23:57:21.138" v="13151" actId="1037"/>
          <ac:cxnSpMkLst>
            <pc:docMk/>
            <pc:sldMk cId="249402074" sldId="258"/>
            <ac:cxnSpMk id="22" creationId="{663C81D7-0C2F-F116-8030-2786301DC814}"/>
          </ac:cxnSpMkLst>
        </pc:cxnChg>
        <pc:cxnChg chg="add mod">
          <ac:chgData name="adithya prabakaran" userId="80129b21d1f6d54e" providerId="LiveId" clId="{7CE4D570-2AF0-41CB-8A1E-06C3545AF118}" dt="2026-01-04T23:22:49.265" v="25129" actId="1036"/>
          <ac:cxnSpMkLst>
            <pc:docMk/>
            <pc:sldMk cId="249402074" sldId="258"/>
            <ac:cxnSpMk id="28" creationId="{A3AF75F9-10CB-B048-42DE-369CB310D643}"/>
          </ac:cxnSpMkLst>
        </pc:cxnChg>
        <pc:cxnChg chg="add mod">
          <ac:chgData name="adithya prabakaran" userId="80129b21d1f6d54e" providerId="LiveId" clId="{7CE4D570-2AF0-41CB-8A1E-06C3545AF118}" dt="2026-01-04T23:22:44.588" v="25125" actId="1076"/>
          <ac:cxnSpMkLst>
            <pc:docMk/>
            <pc:sldMk cId="249402074" sldId="258"/>
            <ac:cxnSpMk id="31" creationId="{3ADFE83F-17C7-9A42-D6E7-77A3E099DEC0}"/>
          </ac:cxnSpMkLst>
        </pc:cxnChg>
        <pc:cxnChg chg="add mod">
          <ac:chgData name="adithya prabakaran" userId="80129b21d1f6d54e" providerId="LiveId" clId="{7CE4D570-2AF0-41CB-8A1E-06C3545AF118}" dt="2025-12-29T23:56:58.529" v="13150" actId="1036"/>
          <ac:cxnSpMkLst>
            <pc:docMk/>
            <pc:sldMk cId="249402074" sldId="258"/>
            <ac:cxnSpMk id="34" creationId="{BBF57677-D01B-9F41-72ED-D4EE79867514}"/>
          </ac:cxnSpMkLst>
        </pc:cxnChg>
        <pc:cxnChg chg="add mod">
          <ac:chgData name="adithya prabakaran" userId="80129b21d1f6d54e" providerId="LiveId" clId="{7CE4D570-2AF0-41CB-8A1E-06C3545AF118}" dt="2026-01-04T23:22:49.265" v="25129" actId="1036"/>
          <ac:cxnSpMkLst>
            <pc:docMk/>
            <pc:sldMk cId="249402074" sldId="258"/>
            <ac:cxnSpMk id="37" creationId="{5B734F23-7D28-FDDF-8B3E-102C597FFFB1}"/>
          </ac:cxnSpMkLst>
        </pc:cxnChg>
      </pc:sldChg>
      <pc:sldChg chg="addSp delSp modSp add mod">
        <pc:chgData name="adithya prabakaran" userId="80129b21d1f6d54e" providerId="LiveId" clId="{7CE4D570-2AF0-41CB-8A1E-06C3545AF118}" dt="2026-01-02T22:00:03.585" v="21080" actId="20577"/>
        <pc:sldMkLst>
          <pc:docMk/>
          <pc:sldMk cId="3270628961" sldId="259"/>
        </pc:sldMkLst>
        <pc:spChg chg="mod">
          <ac:chgData name="adithya prabakaran" userId="80129b21d1f6d54e" providerId="LiveId" clId="{7CE4D570-2AF0-41CB-8A1E-06C3545AF118}" dt="2025-12-29T16:03:08.011" v="3556" actId="1036"/>
          <ac:spMkLst>
            <pc:docMk/>
            <pc:sldMk cId="3270628961" sldId="259"/>
            <ac:spMk id="2" creationId="{F5C703E3-0003-5A3B-2E76-A0D197FBB20F}"/>
          </ac:spMkLst>
        </pc:spChg>
        <pc:spChg chg="mod">
          <ac:chgData name="adithya prabakaran" userId="80129b21d1f6d54e" providerId="LiveId" clId="{7CE4D570-2AF0-41CB-8A1E-06C3545AF118}" dt="2025-12-29T16:03:48.024" v="3582" actId="14100"/>
          <ac:spMkLst>
            <pc:docMk/>
            <pc:sldMk cId="3270628961" sldId="259"/>
            <ac:spMk id="8" creationId="{3F1C9BF6-1F61-3247-4875-D4A7BA41182E}"/>
          </ac:spMkLst>
        </pc:spChg>
        <pc:spChg chg="mod">
          <ac:chgData name="adithya prabakaran" userId="80129b21d1f6d54e" providerId="LiveId" clId="{7CE4D570-2AF0-41CB-8A1E-06C3545AF118}" dt="2025-12-29T23:55:31.181" v="13139" actId="2711"/>
          <ac:spMkLst>
            <pc:docMk/>
            <pc:sldMk cId="3270628961" sldId="259"/>
            <ac:spMk id="9" creationId="{885125F5-6583-5008-4FEC-4526334A2D43}"/>
          </ac:spMkLst>
        </pc:spChg>
        <pc:spChg chg="mod">
          <ac:chgData name="adithya prabakaran" userId="80129b21d1f6d54e" providerId="LiveId" clId="{7CE4D570-2AF0-41CB-8A1E-06C3545AF118}" dt="2025-12-31T07:10:36.332" v="17523" actId="404"/>
          <ac:spMkLst>
            <pc:docMk/>
            <pc:sldMk cId="3270628961" sldId="259"/>
            <ac:spMk id="10" creationId="{18ECDA10-A111-F4EF-1BAC-DA91D67CA121}"/>
          </ac:spMkLst>
        </pc:spChg>
        <pc:spChg chg="mod">
          <ac:chgData name="adithya prabakaran" userId="80129b21d1f6d54e" providerId="LiveId" clId="{7CE4D570-2AF0-41CB-8A1E-06C3545AF118}" dt="2025-12-31T16:06:23.558" v="18528" actId="20577"/>
          <ac:spMkLst>
            <pc:docMk/>
            <pc:sldMk cId="3270628961" sldId="259"/>
            <ac:spMk id="11" creationId="{2AA7CB4C-371C-1546-243F-419997D5822C}"/>
          </ac:spMkLst>
        </pc:spChg>
        <pc:spChg chg="mod">
          <ac:chgData name="adithya prabakaran" userId="80129b21d1f6d54e" providerId="LiveId" clId="{7CE4D570-2AF0-41CB-8A1E-06C3545AF118}" dt="2025-12-29T16:04:10.148" v="3601" actId="1035"/>
          <ac:spMkLst>
            <pc:docMk/>
            <pc:sldMk cId="3270628961" sldId="259"/>
            <ac:spMk id="12" creationId="{F6917547-1B04-8A2D-C961-E04A05328FD7}"/>
          </ac:spMkLst>
        </pc:spChg>
        <pc:spChg chg="mod">
          <ac:chgData name="adithya prabakaran" userId="80129b21d1f6d54e" providerId="LiveId" clId="{7CE4D570-2AF0-41CB-8A1E-06C3545AF118}" dt="2025-12-29T16:04:10.148" v="3601" actId="1035"/>
          <ac:spMkLst>
            <pc:docMk/>
            <pc:sldMk cId="3270628961" sldId="259"/>
            <ac:spMk id="13" creationId="{820A17EC-1BB9-4C12-FC1A-827CC719C00B}"/>
          </ac:spMkLst>
        </pc:spChg>
        <pc:spChg chg="mod">
          <ac:chgData name="adithya prabakaran" userId="80129b21d1f6d54e" providerId="LiveId" clId="{7CE4D570-2AF0-41CB-8A1E-06C3545AF118}" dt="2025-12-29T16:04:10.148" v="3601" actId="1035"/>
          <ac:spMkLst>
            <pc:docMk/>
            <pc:sldMk cId="3270628961" sldId="259"/>
            <ac:spMk id="14" creationId="{6D7B633C-CCC3-78E9-141B-761F79636597}"/>
          </ac:spMkLst>
        </pc:spChg>
        <pc:spChg chg="mod">
          <ac:chgData name="adithya prabakaran" userId="80129b21d1f6d54e" providerId="LiveId" clId="{7CE4D570-2AF0-41CB-8A1E-06C3545AF118}" dt="2025-12-29T16:04:10.148" v="3601" actId="1035"/>
          <ac:spMkLst>
            <pc:docMk/>
            <pc:sldMk cId="3270628961" sldId="259"/>
            <ac:spMk id="15" creationId="{CF9F1AC6-A895-52E3-793F-97C83AC62DB3}"/>
          </ac:spMkLst>
        </pc:spChg>
        <pc:spChg chg="mod">
          <ac:chgData name="adithya prabakaran" userId="80129b21d1f6d54e" providerId="LiveId" clId="{7CE4D570-2AF0-41CB-8A1E-06C3545AF118}" dt="2025-12-29T16:04:10.148" v="3601" actId="1035"/>
          <ac:spMkLst>
            <pc:docMk/>
            <pc:sldMk cId="3270628961" sldId="259"/>
            <ac:spMk id="16" creationId="{3DADEC2B-0B9A-4CB1-B9E8-12476278DF0C}"/>
          </ac:spMkLst>
        </pc:spChg>
        <pc:spChg chg="mod">
          <ac:chgData name="adithya prabakaran" userId="80129b21d1f6d54e" providerId="LiveId" clId="{7CE4D570-2AF0-41CB-8A1E-06C3545AF118}" dt="2025-12-29T16:04:10.148" v="3601" actId="1035"/>
          <ac:spMkLst>
            <pc:docMk/>
            <pc:sldMk cId="3270628961" sldId="259"/>
            <ac:spMk id="17" creationId="{1C9C492E-FC9A-747E-777B-6529A27C5805}"/>
          </ac:spMkLst>
        </pc:spChg>
        <pc:spChg chg="add mod">
          <ac:chgData name="adithya prabakaran" userId="80129b21d1f6d54e" providerId="LiveId" clId="{7CE4D570-2AF0-41CB-8A1E-06C3545AF118}" dt="2026-01-02T22:00:03.585" v="21080" actId="20577"/>
          <ac:spMkLst>
            <pc:docMk/>
            <pc:sldMk cId="3270628961" sldId="259"/>
            <ac:spMk id="32" creationId="{28AC7A93-2949-5AC8-9693-2B45EC2714BF}"/>
          </ac:spMkLst>
        </pc:spChg>
        <pc:spChg chg="add mod">
          <ac:chgData name="adithya prabakaran" userId="80129b21d1f6d54e" providerId="LiveId" clId="{7CE4D570-2AF0-41CB-8A1E-06C3545AF118}" dt="2025-12-31T07:10:16.652" v="17510" actId="20577"/>
          <ac:spMkLst>
            <pc:docMk/>
            <pc:sldMk cId="3270628961" sldId="259"/>
            <ac:spMk id="33" creationId="{81D82FF6-87EC-7C72-22F0-2AFDFE1F8A19}"/>
          </ac:spMkLst>
        </pc:spChg>
        <pc:cxnChg chg="add mod">
          <ac:chgData name="adithya prabakaran" userId="80129b21d1f6d54e" providerId="LiveId" clId="{7CE4D570-2AF0-41CB-8A1E-06C3545AF118}" dt="2025-12-29T04:05:55.764" v="2616" actId="14100"/>
          <ac:cxnSpMkLst>
            <pc:docMk/>
            <pc:sldMk cId="3270628961" sldId="259"/>
            <ac:cxnSpMk id="3" creationId="{406163E2-D7FC-0861-FF49-2F8FC3B94858}"/>
          </ac:cxnSpMkLst>
        </pc:cxnChg>
        <pc:cxnChg chg="add mod">
          <ac:chgData name="adithya prabakaran" userId="80129b21d1f6d54e" providerId="LiveId" clId="{7CE4D570-2AF0-41CB-8A1E-06C3545AF118}" dt="2025-12-29T04:05:59.703" v="2617" actId="14100"/>
          <ac:cxnSpMkLst>
            <pc:docMk/>
            <pc:sldMk cId="3270628961" sldId="259"/>
            <ac:cxnSpMk id="25" creationId="{5908C533-47E3-9E82-D84C-9EE663A09FF0}"/>
          </ac:cxnSpMkLst>
        </pc:cxnChg>
        <pc:cxnChg chg="add mod">
          <ac:chgData name="adithya prabakaran" userId="80129b21d1f6d54e" providerId="LiveId" clId="{7CE4D570-2AF0-41CB-8A1E-06C3545AF118}" dt="2025-12-29T04:11:42.119" v="3164" actId="1035"/>
          <ac:cxnSpMkLst>
            <pc:docMk/>
            <pc:sldMk cId="3270628961" sldId="259"/>
            <ac:cxnSpMk id="26" creationId="{D77D6373-1306-CB9A-8F5B-A4882C67B16F}"/>
          </ac:cxnSpMkLst>
        </pc:cxnChg>
      </pc:sldChg>
      <pc:sldChg chg="addSp delSp modSp add mod">
        <pc:chgData name="adithya prabakaran" userId="80129b21d1f6d54e" providerId="LiveId" clId="{7CE4D570-2AF0-41CB-8A1E-06C3545AF118}" dt="2026-01-04T23:41:27.136" v="25276" actId="1035"/>
        <pc:sldMkLst>
          <pc:docMk/>
          <pc:sldMk cId="2577283006" sldId="260"/>
        </pc:sldMkLst>
        <pc:spChg chg="mod">
          <ac:chgData name="adithya prabakaran" userId="80129b21d1f6d54e" providerId="LiveId" clId="{7CE4D570-2AF0-41CB-8A1E-06C3545AF118}" dt="2025-12-31T16:06:58.550" v="18549" actId="27636"/>
          <ac:spMkLst>
            <pc:docMk/>
            <pc:sldMk cId="2577283006" sldId="260"/>
            <ac:spMk id="2" creationId="{9E8BA2FA-C3A7-AD2C-0C93-4E894DAC6DA9}"/>
          </ac:spMkLst>
        </pc:spChg>
        <pc:spChg chg="add del mod">
          <ac:chgData name="adithya prabakaran" userId="80129b21d1f6d54e" providerId="LiveId" clId="{7CE4D570-2AF0-41CB-8A1E-06C3545AF118}" dt="2026-01-04T23:16:13.853" v="24820" actId="478"/>
          <ac:spMkLst>
            <pc:docMk/>
            <pc:sldMk cId="2577283006" sldId="260"/>
            <ac:spMk id="3" creationId="{C48D5430-D38B-8ACC-FC6C-81CE31D5E2C5}"/>
          </ac:spMkLst>
        </pc:spChg>
        <pc:spChg chg="mod">
          <ac:chgData name="adithya prabakaran" userId="80129b21d1f6d54e" providerId="LiveId" clId="{7CE4D570-2AF0-41CB-8A1E-06C3545AF118}" dt="2025-12-31T16:07:05.565" v="18551" actId="14100"/>
          <ac:spMkLst>
            <pc:docMk/>
            <pc:sldMk cId="2577283006" sldId="260"/>
            <ac:spMk id="8" creationId="{9B742BE1-6191-FD68-173C-FF141E1250F7}"/>
          </ac:spMkLst>
        </pc:spChg>
        <pc:spChg chg="del mod">
          <ac:chgData name="adithya prabakaran" userId="80129b21d1f6d54e" providerId="LiveId" clId="{7CE4D570-2AF0-41CB-8A1E-06C3545AF118}" dt="2026-01-04T23:16:05.186" v="24819" actId="478"/>
          <ac:spMkLst>
            <pc:docMk/>
            <pc:sldMk cId="2577283006" sldId="260"/>
            <ac:spMk id="12" creationId="{A3DC7EDD-C66A-E8A5-4256-8290D787EA2C}"/>
          </ac:spMkLst>
        </pc:spChg>
        <pc:spChg chg="del mod">
          <ac:chgData name="adithya prabakaran" userId="80129b21d1f6d54e" providerId="LiveId" clId="{7CE4D570-2AF0-41CB-8A1E-06C3545AF118}" dt="2026-01-04T23:16:05.186" v="24819" actId="478"/>
          <ac:spMkLst>
            <pc:docMk/>
            <pc:sldMk cId="2577283006" sldId="260"/>
            <ac:spMk id="13" creationId="{E7223F7F-A100-3956-D988-242D0115C878}"/>
          </ac:spMkLst>
        </pc:spChg>
        <pc:spChg chg="del mod">
          <ac:chgData name="adithya prabakaran" userId="80129b21d1f6d54e" providerId="LiveId" clId="{7CE4D570-2AF0-41CB-8A1E-06C3545AF118}" dt="2026-01-04T23:16:05.186" v="24819" actId="478"/>
          <ac:spMkLst>
            <pc:docMk/>
            <pc:sldMk cId="2577283006" sldId="260"/>
            <ac:spMk id="14" creationId="{AE5EA993-8F08-F2FF-2F00-28AD91B7EB04}"/>
          </ac:spMkLst>
        </pc:spChg>
        <pc:spChg chg="del mod">
          <ac:chgData name="adithya prabakaran" userId="80129b21d1f6d54e" providerId="LiveId" clId="{7CE4D570-2AF0-41CB-8A1E-06C3545AF118}" dt="2026-01-04T23:16:05.186" v="24819" actId="478"/>
          <ac:spMkLst>
            <pc:docMk/>
            <pc:sldMk cId="2577283006" sldId="260"/>
            <ac:spMk id="15" creationId="{AF1D85BA-95C2-C754-E541-E5C6BD79A7B7}"/>
          </ac:spMkLst>
        </pc:spChg>
        <pc:spChg chg="del mod">
          <ac:chgData name="adithya prabakaran" userId="80129b21d1f6d54e" providerId="LiveId" clId="{7CE4D570-2AF0-41CB-8A1E-06C3545AF118}" dt="2026-01-04T23:16:05.186" v="24819" actId="478"/>
          <ac:spMkLst>
            <pc:docMk/>
            <pc:sldMk cId="2577283006" sldId="260"/>
            <ac:spMk id="16" creationId="{3B6C80C4-E798-2115-1D73-F3E4DDE37BB9}"/>
          </ac:spMkLst>
        </pc:spChg>
        <pc:spChg chg="del mod">
          <ac:chgData name="adithya prabakaran" userId="80129b21d1f6d54e" providerId="LiveId" clId="{7CE4D570-2AF0-41CB-8A1E-06C3545AF118}" dt="2026-01-04T23:16:05.186" v="24819" actId="478"/>
          <ac:spMkLst>
            <pc:docMk/>
            <pc:sldMk cId="2577283006" sldId="260"/>
            <ac:spMk id="17" creationId="{496295A0-6EB7-15F9-EA6D-FA61FCF8524B}"/>
          </ac:spMkLst>
        </pc:spChg>
        <pc:spChg chg="add del mod">
          <ac:chgData name="adithya prabakaran" userId="80129b21d1f6d54e" providerId="LiveId" clId="{7CE4D570-2AF0-41CB-8A1E-06C3545AF118}" dt="2026-01-04T23:16:13.853" v="24820" actId="478"/>
          <ac:spMkLst>
            <pc:docMk/>
            <pc:sldMk cId="2577283006" sldId="260"/>
            <ac:spMk id="25" creationId="{38C0F08C-CBB9-E4B4-DC57-014B4973CE7E}"/>
          </ac:spMkLst>
        </pc:spChg>
        <pc:spChg chg="add del mod">
          <ac:chgData name="adithya prabakaran" userId="80129b21d1f6d54e" providerId="LiveId" clId="{7CE4D570-2AF0-41CB-8A1E-06C3545AF118}" dt="2026-01-04T23:16:13.853" v="24820" actId="478"/>
          <ac:spMkLst>
            <pc:docMk/>
            <pc:sldMk cId="2577283006" sldId="260"/>
            <ac:spMk id="26" creationId="{66EE3540-ED00-141C-6BCA-D98D1B4257B5}"/>
          </ac:spMkLst>
        </pc:spChg>
        <pc:spChg chg="add del mod">
          <ac:chgData name="adithya prabakaran" userId="80129b21d1f6d54e" providerId="LiveId" clId="{7CE4D570-2AF0-41CB-8A1E-06C3545AF118}" dt="2026-01-04T23:16:13.853" v="24820" actId="478"/>
          <ac:spMkLst>
            <pc:docMk/>
            <pc:sldMk cId="2577283006" sldId="260"/>
            <ac:spMk id="28" creationId="{ADD13A16-45C1-AFC6-278F-88A645368848}"/>
          </ac:spMkLst>
        </pc:spChg>
        <pc:spChg chg="add mod">
          <ac:chgData name="adithya prabakaran" userId="80129b21d1f6d54e" providerId="LiveId" clId="{7CE4D570-2AF0-41CB-8A1E-06C3545AF118}" dt="2026-01-04T23:40:36.686" v="25266" actId="1035"/>
          <ac:spMkLst>
            <pc:docMk/>
            <pc:sldMk cId="2577283006" sldId="260"/>
            <ac:spMk id="29" creationId="{453CCEB6-8620-7463-2BC2-3DBC19DF50EA}"/>
          </ac:spMkLst>
        </pc:spChg>
        <pc:spChg chg="add mod">
          <ac:chgData name="adithya prabakaran" userId="80129b21d1f6d54e" providerId="LiveId" clId="{7CE4D570-2AF0-41CB-8A1E-06C3545AF118}" dt="2026-01-04T23:40:36.686" v="25266" actId="1035"/>
          <ac:spMkLst>
            <pc:docMk/>
            <pc:sldMk cId="2577283006" sldId="260"/>
            <ac:spMk id="30" creationId="{B53D00ED-AC89-A028-E3D9-10DB13CA30EE}"/>
          </ac:spMkLst>
        </pc:spChg>
        <pc:spChg chg="add mod">
          <ac:chgData name="adithya prabakaran" userId="80129b21d1f6d54e" providerId="LiveId" clId="{7CE4D570-2AF0-41CB-8A1E-06C3545AF118}" dt="2026-01-04T23:41:27.136" v="25276" actId="1035"/>
          <ac:spMkLst>
            <pc:docMk/>
            <pc:sldMk cId="2577283006" sldId="260"/>
            <ac:spMk id="31" creationId="{801444C6-E820-D88B-8A4B-BB726BC5619E}"/>
          </ac:spMkLst>
        </pc:spChg>
        <pc:spChg chg="add del mod">
          <ac:chgData name="adithya prabakaran" userId="80129b21d1f6d54e" providerId="LiveId" clId="{7CE4D570-2AF0-41CB-8A1E-06C3545AF118}" dt="2026-01-04T23:16:13.853" v="24820" actId="478"/>
          <ac:spMkLst>
            <pc:docMk/>
            <pc:sldMk cId="2577283006" sldId="260"/>
            <ac:spMk id="32" creationId="{78FC563C-3766-4F77-3F20-6D2FB2C920C8}"/>
          </ac:spMkLst>
        </pc:spChg>
        <pc:spChg chg="add mod">
          <ac:chgData name="adithya prabakaran" userId="80129b21d1f6d54e" providerId="LiveId" clId="{7CE4D570-2AF0-41CB-8A1E-06C3545AF118}" dt="2026-01-04T23:21:47.972" v="25099" actId="14100"/>
          <ac:spMkLst>
            <pc:docMk/>
            <pc:sldMk cId="2577283006" sldId="260"/>
            <ac:spMk id="34" creationId="{08DF6992-D137-6E12-4F89-742F4281CF1B}"/>
          </ac:spMkLst>
        </pc:spChg>
        <pc:spChg chg="add mod">
          <ac:chgData name="adithya prabakaran" userId="80129b21d1f6d54e" providerId="LiveId" clId="{7CE4D570-2AF0-41CB-8A1E-06C3545AF118}" dt="2026-01-04T23:41:27.136" v="25276" actId="1035"/>
          <ac:spMkLst>
            <pc:docMk/>
            <pc:sldMk cId="2577283006" sldId="260"/>
            <ac:spMk id="35" creationId="{35ECA67B-44EB-BC14-1DC6-46C7FEED3ADE}"/>
          </ac:spMkLst>
        </pc:spChg>
        <pc:spChg chg="add mod">
          <ac:chgData name="adithya prabakaran" userId="80129b21d1f6d54e" providerId="LiveId" clId="{7CE4D570-2AF0-41CB-8A1E-06C3545AF118}" dt="2026-01-04T23:41:27.136" v="25276" actId="1035"/>
          <ac:spMkLst>
            <pc:docMk/>
            <pc:sldMk cId="2577283006" sldId="260"/>
            <ac:spMk id="36" creationId="{B9C85ACC-D4A0-6B6C-C218-F28FBBE6946C}"/>
          </ac:spMkLst>
        </pc:spChg>
        <pc:spChg chg="add mod">
          <ac:chgData name="adithya prabakaran" userId="80129b21d1f6d54e" providerId="LiveId" clId="{7CE4D570-2AF0-41CB-8A1E-06C3545AF118}" dt="2026-01-04T23:41:27.136" v="25276" actId="1035"/>
          <ac:spMkLst>
            <pc:docMk/>
            <pc:sldMk cId="2577283006" sldId="260"/>
            <ac:spMk id="37" creationId="{E78544B6-BDBA-D211-C1CA-B5D5B5743B6B}"/>
          </ac:spMkLst>
        </pc:spChg>
        <pc:spChg chg="add mod">
          <ac:chgData name="adithya prabakaran" userId="80129b21d1f6d54e" providerId="LiveId" clId="{7CE4D570-2AF0-41CB-8A1E-06C3545AF118}" dt="2026-01-04T23:40:36.686" v="25266" actId="1035"/>
          <ac:spMkLst>
            <pc:docMk/>
            <pc:sldMk cId="2577283006" sldId="260"/>
            <ac:spMk id="38" creationId="{1AC0C8C5-DAA0-512B-B29D-8A17C1161ECC}"/>
          </ac:spMkLst>
        </pc:spChg>
        <pc:spChg chg="add mod">
          <ac:chgData name="adithya prabakaran" userId="80129b21d1f6d54e" providerId="LiveId" clId="{7CE4D570-2AF0-41CB-8A1E-06C3545AF118}" dt="2026-01-04T23:41:27.136" v="25276" actId="1035"/>
          <ac:spMkLst>
            <pc:docMk/>
            <pc:sldMk cId="2577283006" sldId="260"/>
            <ac:spMk id="39" creationId="{DE37BE8B-9CC3-0A52-7D3C-90529AB8D577}"/>
          </ac:spMkLst>
        </pc:spChg>
        <pc:spChg chg="add mod">
          <ac:chgData name="adithya prabakaran" userId="80129b21d1f6d54e" providerId="LiveId" clId="{7CE4D570-2AF0-41CB-8A1E-06C3545AF118}" dt="2026-01-04T23:40:36.686" v="25266" actId="1035"/>
          <ac:spMkLst>
            <pc:docMk/>
            <pc:sldMk cId="2577283006" sldId="260"/>
            <ac:spMk id="40" creationId="{6660F7B6-BB43-E5E2-3020-B4442D7C1D19}"/>
          </ac:spMkLst>
        </pc:spChg>
        <pc:spChg chg="add mod">
          <ac:chgData name="adithya prabakaran" userId="80129b21d1f6d54e" providerId="LiveId" clId="{7CE4D570-2AF0-41CB-8A1E-06C3545AF118}" dt="2026-01-04T23:41:27.136" v="25276" actId="1035"/>
          <ac:spMkLst>
            <pc:docMk/>
            <pc:sldMk cId="2577283006" sldId="260"/>
            <ac:spMk id="41" creationId="{002C1814-7912-9AA3-8D81-0A9226858E48}"/>
          </ac:spMkLst>
        </pc:spChg>
        <pc:spChg chg="add mod">
          <ac:chgData name="adithya prabakaran" userId="80129b21d1f6d54e" providerId="LiveId" clId="{7CE4D570-2AF0-41CB-8A1E-06C3545AF118}" dt="2026-01-04T23:21:22.333" v="25024" actId="1036"/>
          <ac:spMkLst>
            <pc:docMk/>
            <pc:sldMk cId="2577283006" sldId="260"/>
            <ac:spMk id="42" creationId="{0C8967EF-0F5D-766E-9DA0-08467F81BB28}"/>
          </ac:spMkLst>
        </pc:spChg>
        <pc:spChg chg="add del mod">
          <ac:chgData name="adithya prabakaran" userId="80129b21d1f6d54e" providerId="LiveId" clId="{7CE4D570-2AF0-41CB-8A1E-06C3545AF118}" dt="2026-01-04T23:16:13.853" v="24820" actId="478"/>
          <ac:spMkLst>
            <pc:docMk/>
            <pc:sldMk cId="2577283006" sldId="260"/>
            <ac:spMk id="44" creationId="{F58E3271-47C7-3D05-84C5-67CBF4C07AD8}"/>
          </ac:spMkLst>
        </pc:spChg>
        <pc:spChg chg="add mod">
          <ac:chgData name="adithya prabakaran" userId="80129b21d1f6d54e" providerId="LiveId" clId="{7CE4D570-2AF0-41CB-8A1E-06C3545AF118}" dt="2025-12-29T21:07:54.858" v="9695" actId="1036"/>
          <ac:spMkLst>
            <pc:docMk/>
            <pc:sldMk cId="2577283006" sldId="260"/>
            <ac:spMk id="61" creationId="{D81417C1-D5ED-7AFB-32EC-02EBF7E424C1}"/>
          </ac:spMkLst>
        </pc:spChg>
        <pc:spChg chg="add mod">
          <ac:chgData name="adithya prabakaran" userId="80129b21d1f6d54e" providerId="LiveId" clId="{7CE4D570-2AF0-41CB-8A1E-06C3545AF118}" dt="2025-12-29T21:07:54.858" v="9695" actId="1036"/>
          <ac:spMkLst>
            <pc:docMk/>
            <pc:sldMk cId="2577283006" sldId="260"/>
            <ac:spMk id="62" creationId="{21B79241-EBD9-79F9-8C99-3AE62523726E}"/>
          </ac:spMkLst>
        </pc:spChg>
        <pc:spChg chg="add mod">
          <ac:chgData name="adithya prabakaran" userId="80129b21d1f6d54e" providerId="LiveId" clId="{7CE4D570-2AF0-41CB-8A1E-06C3545AF118}" dt="2025-12-29T21:07:54.858" v="9695" actId="1036"/>
          <ac:spMkLst>
            <pc:docMk/>
            <pc:sldMk cId="2577283006" sldId="260"/>
            <ac:spMk id="69" creationId="{CA054608-4FD9-DF76-E3D4-7CA25E69B3E2}"/>
          </ac:spMkLst>
        </pc:spChg>
        <pc:spChg chg="add mod">
          <ac:chgData name="adithya prabakaran" userId="80129b21d1f6d54e" providerId="LiveId" clId="{7CE4D570-2AF0-41CB-8A1E-06C3545AF118}" dt="2026-01-04T23:40:36.686" v="25266" actId="1035"/>
          <ac:spMkLst>
            <pc:docMk/>
            <pc:sldMk cId="2577283006" sldId="260"/>
            <ac:spMk id="97" creationId="{BB975A39-5171-D1DC-5757-CAD81FEE15DA}"/>
          </ac:spMkLst>
        </pc:spChg>
        <pc:spChg chg="add mod">
          <ac:chgData name="adithya prabakaran" userId="80129b21d1f6d54e" providerId="LiveId" clId="{7CE4D570-2AF0-41CB-8A1E-06C3545AF118}" dt="2025-12-29T21:10:00.038" v="9754" actId="1076"/>
          <ac:spMkLst>
            <pc:docMk/>
            <pc:sldMk cId="2577283006" sldId="260"/>
            <ac:spMk id="144" creationId="{57F791DE-AF68-68CF-C323-2C5029C45D34}"/>
          </ac:spMkLst>
        </pc:spChg>
        <pc:spChg chg="add mod">
          <ac:chgData name="adithya prabakaran" userId="80129b21d1f6d54e" providerId="LiveId" clId="{7CE4D570-2AF0-41CB-8A1E-06C3545AF118}" dt="2026-01-04T23:41:27.136" v="25276" actId="1035"/>
          <ac:spMkLst>
            <pc:docMk/>
            <pc:sldMk cId="2577283006" sldId="260"/>
            <ac:spMk id="145" creationId="{BDE891DD-4C1E-F655-A63D-9038C0982862}"/>
          </ac:spMkLst>
        </pc:spChg>
        <pc:spChg chg="add mod">
          <ac:chgData name="adithya prabakaran" userId="80129b21d1f6d54e" providerId="LiveId" clId="{7CE4D570-2AF0-41CB-8A1E-06C3545AF118}" dt="2025-12-29T21:10:00.038" v="9754" actId="1076"/>
          <ac:spMkLst>
            <pc:docMk/>
            <pc:sldMk cId="2577283006" sldId="260"/>
            <ac:spMk id="146" creationId="{5B19622C-C11B-62D8-344B-DAE45AAA37E0}"/>
          </ac:spMkLst>
        </pc:spChg>
        <pc:spChg chg="add mod">
          <ac:chgData name="adithya prabakaran" userId="80129b21d1f6d54e" providerId="LiveId" clId="{7CE4D570-2AF0-41CB-8A1E-06C3545AF118}" dt="2025-12-29T21:09:28.067" v="9750" actId="1076"/>
          <ac:spMkLst>
            <pc:docMk/>
            <pc:sldMk cId="2577283006" sldId="260"/>
            <ac:spMk id="160" creationId="{9769D0CE-505A-65B1-FD53-DA48BC9194E8}"/>
          </ac:spMkLst>
        </pc:spChg>
        <pc:spChg chg="add mod">
          <ac:chgData name="adithya prabakaran" userId="80129b21d1f6d54e" providerId="LiveId" clId="{7CE4D570-2AF0-41CB-8A1E-06C3545AF118}" dt="2025-12-29T21:10:26.545" v="9756" actId="13822"/>
          <ac:spMkLst>
            <pc:docMk/>
            <pc:sldMk cId="2577283006" sldId="260"/>
            <ac:spMk id="161" creationId="{B0AB9630-628D-6C2F-2BDA-E09997FB290C}"/>
          </ac:spMkLst>
        </pc:spChg>
        <pc:spChg chg="add mod">
          <ac:chgData name="adithya prabakaran" userId="80129b21d1f6d54e" providerId="LiveId" clId="{7CE4D570-2AF0-41CB-8A1E-06C3545AF118}" dt="2026-01-04T23:41:27.136" v="25276" actId="1035"/>
          <ac:spMkLst>
            <pc:docMk/>
            <pc:sldMk cId="2577283006" sldId="260"/>
            <ac:spMk id="162" creationId="{C7776E01-50A9-2658-2B42-A94A196E47BE}"/>
          </ac:spMkLst>
        </pc:spChg>
        <pc:spChg chg="add mod">
          <ac:chgData name="adithya prabakaran" userId="80129b21d1f6d54e" providerId="LiveId" clId="{7CE4D570-2AF0-41CB-8A1E-06C3545AF118}" dt="2025-12-29T21:12:36.761" v="9793" actId="13822"/>
          <ac:spMkLst>
            <pc:docMk/>
            <pc:sldMk cId="2577283006" sldId="260"/>
            <ac:spMk id="163" creationId="{D81FF33B-F1EF-0B21-3A69-0E2ADA103FF2}"/>
          </ac:spMkLst>
        </pc:spChg>
        <pc:spChg chg="add mod">
          <ac:chgData name="adithya prabakaran" userId="80129b21d1f6d54e" providerId="LiveId" clId="{7CE4D570-2AF0-41CB-8A1E-06C3545AF118}" dt="2026-01-04T23:41:27.136" v="25276" actId="1035"/>
          <ac:spMkLst>
            <pc:docMk/>
            <pc:sldMk cId="2577283006" sldId="260"/>
            <ac:spMk id="164" creationId="{60B6D338-E65D-F9B5-C189-3030EF103A7B}"/>
          </ac:spMkLst>
        </pc:spChg>
        <pc:spChg chg="add mod">
          <ac:chgData name="adithya prabakaran" userId="80129b21d1f6d54e" providerId="LiveId" clId="{7CE4D570-2AF0-41CB-8A1E-06C3545AF118}" dt="2026-01-04T23:41:27.136" v="25276" actId="1035"/>
          <ac:spMkLst>
            <pc:docMk/>
            <pc:sldMk cId="2577283006" sldId="260"/>
            <ac:spMk id="165" creationId="{17DD04F6-B83C-73FF-A0D2-CD8B3319AA35}"/>
          </ac:spMkLst>
        </pc:spChg>
        <pc:cxnChg chg="add del mod">
          <ac:chgData name="adithya prabakaran" userId="80129b21d1f6d54e" providerId="LiveId" clId="{7CE4D570-2AF0-41CB-8A1E-06C3545AF118}" dt="2026-01-04T23:16:21.897" v="24821" actId="478"/>
          <ac:cxnSpMkLst>
            <pc:docMk/>
            <pc:sldMk cId="2577283006" sldId="260"/>
            <ac:cxnSpMk id="18" creationId="{DB8F4282-BAFC-B905-12A4-7AE454EC70FD}"/>
          </ac:cxnSpMkLst>
        </pc:cxnChg>
        <pc:cxnChg chg="add del mod">
          <ac:chgData name="adithya prabakaran" userId="80129b21d1f6d54e" providerId="LiveId" clId="{7CE4D570-2AF0-41CB-8A1E-06C3545AF118}" dt="2026-01-04T23:16:21.897" v="24821" actId="478"/>
          <ac:cxnSpMkLst>
            <pc:docMk/>
            <pc:sldMk cId="2577283006" sldId="260"/>
            <ac:cxnSpMk id="21" creationId="{5157125A-D85A-315B-4E8B-572A51DED9DB}"/>
          </ac:cxnSpMkLst>
        </pc:cxnChg>
        <pc:cxnChg chg="add del mod">
          <ac:chgData name="adithya prabakaran" userId="80129b21d1f6d54e" providerId="LiveId" clId="{7CE4D570-2AF0-41CB-8A1E-06C3545AF118}" dt="2026-01-04T23:16:21.897" v="24821" actId="478"/>
          <ac:cxnSpMkLst>
            <pc:docMk/>
            <pc:sldMk cId="2577283006" sldId="260"/>
            <ac:cxnSpMk id="22" creationId="{18850923-E97F-6697-F45E-D8E152CB8D3A}"/>
          </ac:cxnSpMkLst>
        </pc:cxnChg>
        <pc:cxnChg chg="add del mod">
          <ac:chgData name="adithya prabakaran" userId="80129b21d1f6d54e" providerId="LiveId" clId="{7CE4D570-2AF0-41CB-8A1E-06C3545AF118}" dt="2026-01-04T23:16:21.897" v="24821" actId="478"/>
          <ac:cxnSpMkLst>
            <pc:docMk/>
            <pc:sldMk cId="2577283006" sldId="260"/>
            <ac:cxnSpMk id="23" creationId="{D1E6883A-A922-D933-DD63-FD64B4269398}"/>
          </ac:cxnSpMkLst>
        </pc:cxnChg>
        <pc:cxnChg chg="add del mod">
          <ac:chgData name="adithya prabakaran" userId="80129b21d1f6d54e" providerId="LiveId" clId="{7CE4D570-2AF0-41CB-8A1E-06C3545AF118}" dt="2026-01-04T23:16:21.897" v="24821" actId="478"/>
          <ac:cxnSpMkLst>
            <pc:docMk/>
            <pc:sldMk cId="2577283006" sldId="260"/>
            <ac:cxnSpMk id="24" creationId="{6A91E517-95C7-DA21-7F75-6E518CBF40F6}"/>
          </ac:cxnSpMkLst>
        </pc:cxnChg>
        <pc:cxnChg chg="add del mod">
          <ac:chgData name="adithya prabakaran" userId="80129b21d1f6d54e" providerId="LiveId" clId="{7CE4D570-2AF0-41CB-8A1E-06C3545AF118}" dt="2026-01-04T23:16:21.897" v="24821" actId="478"/>
          <ac:cxnSpMkLst>
            <pc:docMk/>
            <pc:sldMk cId="2577283006" sldId="260"/>
            <ac:cxnSpMk id="27" creationId="{ED2C7FA5-8C14-63B5-029F-ACA3676962A4}"/>
          </ac:cxnSpMkLst>
        </pc:cxnChg>
        <pc:cxnChg chg="add mod">
          <ac:chgData name="adithya prabakaran" userId="80129b21d1f6d54e" providerId="LiveId" clId="{7CE4D570-2AF0-41CB-8A1E-06C3545AF118}" dt="2026-01-04T23:21:38.412" v="25098" actId="1036"/>
          <ac:cxnSpMkLst>
            <pc:docMk/>
            <pc:sldMk cId="2577283006" sldId="260"/>
            <ac:cxnSpMk id="55" creationId="{2C703F46-A57F-334B-17DC-51E008E75ADC}"/>
          </ac:cxnSpMkLst>
        </pc:cxnChg>
        <pc:cxnChg chg="add mod">
          <ac:chgData name="adithya prabakaran" userId="80129b21d1f6d54e" providerId="LiveId" clId="{7CE4D570-2AF0-41CB-8A1E-06C3545AF118}" dt="2026-01-04T23:21:47.972" v="25099" actId="14100"/>
          <ac:cxnSpMkLst>
            <pc:docMk/>
            <pc:sldMk cId="2577283006" sldId="260"/>
            <ac:cxnSpMk id="56" creationId="{389365B4-4F6D-2D5B-054F-F9FECD816A19}"/>
          </ac:cxnSpMkLst>
        </pc:cxnChg>
        <pc:cxnChg chg="add mod">
          <ac:chgData name="adithya prabakaran" userId="80129b21d1f6d54e" providerId="LiveId" clId="{7CE4D570-2AF0-41CB-8A1E-06C3545AF118}" dt="2026-01-04T23:21:47.972" v="25099" actId="14100"/>
          <ac:cxnSpMkLst>
            <pc:docMk/>
            <pc:sldMk cId="2577283006" sldId="260"/>
            <ac:cxnSpMk id="57" creationId="{ED4057AC-A1FD-3B2B-ED3D-11D5ED024E37}"/>
          </ac:cxnSpMkLst>
        </pc:cxnChg>
        <pc:cxnChg chg="add mod">
          <ac:chgData name="adithya prabakaran" userId="80129b21d1f6d54e" providerId="LiveId" clId="{7CE4D570-2AF0-41CB-8A1E-06C3545AF118}" dt="2026-01-04T23:21:30.874" v="25056" actId="1036"/>
          <ac:cxnSpMkLst>
            <pc:docMk/>
            <pc:sldMk cId="2577283006" sldId="260"/>
            <ac:cxnSpMk id="58" creationId="{EFBED77E-0701-7D77-B436-0C1EB02EAAB5}"/>
          </ac:cxnSpMkLst>
        </pc:cxnChg>
        <pc:cxnChg chg="add mod">
          <ac:chgData name="adithya prabakaran" userId="80129b21d1f6d54e" providerId="LiveId" clId="{7CE4D570-2AF0-41CB-8A1E-06C3545AF118}" dt="2026-01-04T23:21:47.972" v="25099" actId="14100"/>
          <ac:cxnSpMkLst>
            <pc:docMk/>
            <pc:sldMk cId="2577283006" sldId="260"/>
            <ac:cxnSpMk id="59" creationId="{16BA2DA2-46F1-5F1D-11BB-9C626A4D6715}"/>
          </ac:cxnSpMkLst>
        </pc:cxnChg>
        <pc:cxnChg chg="add mod">
          <ac:chgData name="adithya prabakaran" userId="80129b21d1f6d54e" providerId="LiveId" clId="{7CE4D570-2AF0-41CB-8A1E-06C3545AF118}" dt="2026-01-04T23:21:47.972" v="25099" actId="14100"/>
          <ac:cxnSpMkLst>
            <pc:docMk/>
            <pc:sldMk cId="2577283006" sldId="260"/>
            <ac:cxnSpMk id="60" creationId="{412D2168-C479-4CED-276A-B1C9705379F5}"/>
          </ac:cxnSpMkLst>
        </pc:cxnChg>
        <pc:cxnChg chg="add mod">
          <ac:chgData name="adithya prabakaran" userId="80129b21d1f6d54e" providerId="LiveId" clId="{7CE4D570-2AF0-41CB-8A1E-06C3545AF118}" dt="2026-01-04T23:21:38.412" v="25098" actId="1036"/>
          <ac:cxnSpMkLst>
            <pc:docMk/>
            <pc:sldMk cId="2577283006" sldId="260"/>
            <ac:cxnSpMk id="63" creationId="{FA361CE1-B7B5-E672-8781-C9AB9DF5C8F5}"/>
          </ac:cxnSpMkLst>
        </pc:cxnChg>
        <pc:cxnChg chg="add mod">
          <ac:chgData name="adithya prabakaran" userId="80129b21d1f6d54e" providerId="LiveId" clId="{7CE4D570-2AF0-41CB-8A1E-06C3545AF118}" dt="2026-01-04T23:21:22.333" v="25024" actId="1036"/>
          <ac:cxnSpMkLst>
            <pc:docMk/>
            <pc:sldMk cId="2577283006" sldId="260"/>
            <ac:cxnSpMk id="64" creationId="{AC363447-0976-E0CA-969E-0A7637F2FF12}"/>
          </ac:cxnSpMkLst>
        </pc:cxnChg>
        <pc:cxnChg chg="add mod">
          <ac:chgData name="adithya prabakaran" userId="80129b21d1f6d54e" providerId="LiveId" clId="{7CE4D570-2AF0-41CB-8A1E-06C3545AF118}" dt="2026-01-04T23:21:35.466" v="25080" actId="1036"/>
          <ac:cxnSpMkLst>
            <pc:docMk/>
            <pc:sldMk cId="2577283006" sldId="260"/>
            <ac:cxnSpMk id="65" creationId="{DFD0CC89-75C6-543A-5DC4-077A2E4F3606}"/>
          </ac:cxnSpMkLst>
        </pc:cxnChg>
        <pc:cxnChg chg="add mod">
          <ac:chgData name="adithya prabakaran" userId="80129b21d1f6d54e" providerId="LiveId" clId="{7CE4D570-2AF0-41CB-8A1E-06C3545AF118}" dt="2026-01-04T23:21:30.874" v="25056" actId="1036"/>
          <ac:cxnSpMkLst>
            <pc:docMk/>
            <pc:sldMk cId="2577283006" sldId="260"/>
            <ac:cxnSpMk id="66" creationId="{BE7A2234-46CC-2975-9FE7-F569BD47856D}"/>
          </ac:cxnSpMkLst>
        </pc:cxnChg>
        <pc:cxnChg chg="add mod">
          <ac:chgData name="adithya prabakaran" userId="80129b21d1f6d54e" providerId="LiveId" clId="{7CE4D570-2AF0-41CB-8A1E-06C3545AF118}" dt="2026-01-04T23:21:25.820" v="25037" actId="1036"/>
          <ac:cxnSpMkLst>
            <pc:docMk/>
            <pc:sldMk cId="2577283006" sldId="260"/>
            <ac:cxnSpMk id="67" creationId="{6E12A037-8FC5-5CD8-8735-715459B77686}"/>
          </ac:cxnSpMkLst>
        </pc:cxnChg>
        <pc:cxnChg chg="add mod">
          <ac:chgData name="adithya prabakaran" userId="80129b21d1f6d54e" providerId="LiveId" clId="{7CE4D570-2AF0-41CB-8A1E-06C3545AF118}" dt="2025-12-31T16:07:15.700" v="18577" actId="1038"/>
          <ac:cxnSpMkLst>
            <pc:docMk/>
            <pc:sldMk cId="2577283006" sldId="260"/>
            <ac:cxnSpMk id="68" creationId="{2C066B5F-A007-583E-B327-10038506B9BD}"/>
          </ac:cxnSpMkLst>
        </pc:cxnChg>
      </pc:sldChg>
      <pc:sldChg chg="addSp delSp modSp add mod modNotesTx">
        <pc:chgData name="adithya prabakaran" userId="80129b21d1f6d54e" providerId="LiveId" clId="{7CE4D570-2AF0-41CB-8A1E-06C3545AF118}" dt="2026-01-02T21:58:45.375" v="21077" actId="20577"/>
        <pc:sldMkLst>
          <pc:docMk/>
          <pc:sldMk cId="4245356773" sldId="261"/>
        </pc:sldMkLst>
        <pc:spChg chg="mod">
          <ac:chgData name="adithya prabakaran" userId="80129b21d1f6d54e" providerId="LiveId" clId="{7CE4D570-2AF0-41CB-8A1E-06C3545AF118}" dt="2026-01-01T16:33:27.385" v="20754" actId="20577"/>
          <ac:spMkLst>
            <pc:docMk/>
            <pc:sldMk cId="4245356773" sldId="261"/>
            <ac:spMk id="2" creationId="{23302803-9EF8-8B2E-DC24-98F2009AF01E}"/>
          </ac:spMkLst>
        </pc:spChg>
        <pc:spChg chg="mod">
          <ac:chgData name="adithya prabakaran" userId="80129b21d1f6d54e" providerId="LiveId" clId="{7CE4D570-2AF0-41CB-8A1E-06C3545AF118}" dt="2025-12-30T00:56:00.208" v="13229" actId="1076"/>
          <ac:spMkLst>
            <pc:docMk/>
            <pc:sldMk cId="4245356773" sldId="261"/>
            <ac:spMk id="4" creationId="{0211267C-EED8-14BA-C9D8-943C46266607}"/>
          </ac:spMkLst>
        </pc:spChg>
        <pc:spChg chg="add del mod">
          <ac:chgData name="adithya prabakaran" userId="80129b21d1f6d54e" providerId="LiveId" clId="{7CE4D570-2AF0-41CB-8A1E-06C3545AF118}" dt="2025-12-29T20:29:54.597" v="8686" actId="478"/>
          <ac:spMkLst>
            <pc:docMk/>
            <pc:sldMk cId="4245356773" sldId="261"/>
            <ac:spMk id="9" creationId="{D9377E8E-E759-5FBB-A576-64F16AF79B25}"/>
          </ac:spMkLst>
        </pc:spChg>
        <pc:spChg chg="add mod">
          <ac:chgData name="adithya prabakaran" userId="80129b21d1f6d54e" providerId="LiveId" clId="{7CE4D570-2AF0-41CB-8A1E-06C3545AF118}" dt="2026-01-01T16:35:12.301" v="20792" actId="20577"/>
          <ac:spMkLst>
            <pc:docMk/>
            <pc:sldMk cId="4245356773" sldId="261"/>
            <ac:spMk id="14" creationId="{E9822806-DC65-0D0C-09AE-C2105795DE08}"/>
          </ac:spMkLst>
        </pc:spChg>
        <pc:spChg chg="add mod">
          <ac:chgData name="adithya prabakaran" userId="80129b21d1f6d54e" providerId="LiveId" clId="{7CE4D570-2AF0-41CB-8A1E-06C3545AF118}" dt="2025-12-30T01:32:36.198" v="14858" actId="20577"/>
          <ac:spMkLst>
            <pc:docMk/>
            <pc:sldMk cId="4245356773" sldId="261"/>
            <ac:spMk id="15" creationId="{0B0C7A83-07DE-482B-DA7F-C16A23BC265F}"/>
          </ac:spMkLst>
        </pc:spChg>
        <pc:spChg chg="add mod">
          <ac:chgData name="adithya prabakaran" userId="80129b21d1f6d54e" providerId="LiveId" clId="{7CE4D570-2AF0-41CB-8A1E-06C3545AF118}" dt="2025-12-30T00:59:59.567" v="13247" actId="403"/>
          <ac:spMkLst>
            <pc:docMk/>
            <pc:sldMk cId="4245356773" sldId="261"/>
            <ac:spMk id="18" creationId="{BAF0304A-14B3-9CEA-55B8-57D337D6DDBC}"/>
          </ac:spMkLst>
        </pc:spChg>
        <pc:spChg chg="add mod ord">
          <ac:chgData name="adithya prabakaran" userId="80129b21d1f6d54e" providerId="LiveId" clId="{7CE4D570-2AF0-41CB-8A1E-06C3545AF118}" dt="2026-01-02T21:58:45.375" v="21077" actId="20577"/>
          <ac:spMkLst>
            <pc:docMk/>
            <pc:sldMk cId="4245356773" sldId="261"/>
            <ac:spMk id="19" creationId="{FC6A5D76-3307-8524-DB60-ED30F3701B77}"/>
          </ac:spMkLst>
        </pc:spChg>
        <pc:spChg chg="add mod">
          <ac:chgData name="adithya prabakaran" userId="80129b21d1f6d54e" providerId="LiveId" clId="{7CE4D570-2AF0-41CB-8A1E-06C3545AF118}" dt="2025-12-30T00:55:27.416" v="13222" actId="21"/>
          <ac:spMkLst>
            <pc:docMk/>
            <pc:sldMk cId="4245356773" sldId="261"/>
            <ac:spMk id="20" creationId="{2F52BE10-FD86-7F6F-F559-302F287AB927}"/>
          </ac:spMkLst>
        </pc:spChg>
        <pc:spChg chg="add mod">
          <ac:chgData name="adithya prabakaran" userId="80129b21d1f6d54e" providerId="LiveId" clId="{7CE4D570-2AF0-41CB-8A1E-06C3545AF118}" dt="2025-12-29T20:15:45.713" v="6941" actId="27636"/>
          <ac:spMkLst>
            <pc:docMk/>
            <pc:sldMk cId="4245356773" sldId="261"/>
            <ac:spMk id="22" creationId="{3F960E8B-81F1-948B-5DB5-588C0522FF9B}"/>
          </ac:spMkLst>
        </pc:spChg>
      </pc:sldChg>
      <pc:sldChg chg="addSp delSp modSp new mod">
        <pc:chgData name="adithya prabakaran" userId="80129b21d1f6d54e" providerId="LiveId" clId="{7CE4D570-2AF0-41CB-8A1E-06C3545AF118}" dt="2026-01-04T23:39:51.725" v="25244" actId="1035"/>
        <pc:sldMkLst>
          <pc:docMk/>
          <pc:sldMk cId="3011044481" sldId="262"/>
        </pc:sldMkLst>
        <pc:spChg chg="mod">
          <ac:chgData name="adithya prabakaran" userId="80129b21d1f6d54e" providerId="LiveId" clId="{7CE4D570-2AF0-41CB-8A1E-06C3545AF118}" dt="2026-01-04T22:11:20.026" v="24095" actId="20577"/>
          <ac:spMkLst>
            <pc:docMk/>
            <pc:sldMk cId="3011044481" sldId="262"/>
            <ac:spMk id="2" creationId="{67133DD1-4D9D-5B33-7024-CA1D90853B20}"/>
          </ac:spMkLst>
        </pc:spChg>
        <pc:spChg chg="add mod">
          <ac:chgData name="adithya prabakaran" userId="80129b21d1f6d54e" providerId="LiveId" clId="{7CE4D570-2AF0-41CB-8A1E-06C3545AF118}" dt="2026-01-04T23:36:07.351" v="25223" actId="1038"/>
          <ac:spMkLst>
            <pc:docMk/>
            <pc:sldMk cId="3011044481" sldId="262"/>
            <ac:spMk id="4" creationId="{26DE0B5B-12CC-B2D6-26BB-D597142E2A75}"/>
          </ac:spMkLst>
        </pc:spChg>
        <pc:spChg chg="add mod">
          <ac:chgData name="adithya prabakaran" userId="80129b21d1f6d54e" providerId="LiveId" clId="{7CE4D570-2AF0-41CB-8A1E-06C3545AF118}" dt="2025-12-29T21:56:34.205" v="10069"/>
          <ac:spMkLst>
            <pc:docMk/>
            <pc:sldMk cId="3011044481" sldId="262"/>
            <ac:spMk id="7" creationId="{97F4F087-24D4-A72A-4A7D-BB77B26A2E47}"/>
          </ac:spMkLst>
        </pc:spChg>
        <pc:spChg chg="add mod">
          <ac:chgData name="adithya prabakaran" userId="80129b21d1f6d54e" providerId="LiveId" clId="{7CE4D570-2AF0-41CB-8A1E-06C3545AF118}" dt="2025-12-29T21:56:34.205" v="10069"/>
          <ac:spMkLst>
            <pc:docMk/>
            <pc:sldMk cId="3011044481" sldId="262"/>
            <ac:spMk id="8" creationId="{60AA0905-0F1C-7DD0-328E-4FEC4BE492B4}"/>
          </ac:spMkLst>
        </pc:spChg>
        <pc:spChg chg="add mod">
          <ac:chgData name="adithya prabakaran" userId="80129b21d1f6d54e" providerId="LiveId" clId="{7CE4D570-2AF0-41CB-8A1E-06C3545AF118}" dt="2025-12-29T21:56:34.205" v="10069"/>
          <ac:spMkLst>
            <pc:docMk/>
            <pc:sldMk cId="3011044481" sldId="262"/>
            <ac:spMk id="9" creationId="{095D1757-2D69-5554-833D-A50270586812}"/>
          </ac:spMkLst>
        </pc:spChg>
        <pc:spChg chg="add mod">
          <ac:chgData name="adithya prabakaran" userId="80129b21d1f6d54e" providerId="LiveId" clId="{7CE4D570-2AF0-41CB-8A1E-06C3545AF118}" dt="2025-12-29T21:56:34.205" v="10069"/>
          <ac:spMkLst>
            <pc:docMk/>
            <pc:sldMk cId="3011044481" sldId="262"/>
            <ac:spMk id="10" creationId="{5AF2D008-6653-F754-775A-E3403A7E81B5}"/>
          </ac:spMkLst>
        </pc:spChg>
        <pc:spChg chg="add del mod">
          <ac:chgData name="adithya prabakaran" userId="80129b21d1f6d54e" providerId="LiveId" clId="{7CE4D570-2AF0-41CB-8A1E-06C3545AF118}" dt="2026-01-03T06:29:19.267" v="23749" actId="478"/>
          <ac:spMkLst>
            <pc:docMk/>
            <pc:sldMk cId="3011044481" sldId="262"/>
            <ac:spMk id="11" creationId="{C1AF3D83-02B1-1B48-E6DD-18ECD0232633}"/>
          </ac:spMkLst>
        </pc:spChg>
        <pc:spChg chg="add mod">
          <ac:chgData name="adithya prabakaran" userId="80129b21d1f6d54e" providerId="LiveId" clId="{7CE4D570-2AF0-41CB-8A1E-06C3545AF118}" dt="2026-01-03T06:32:59.377" v="23805"/>
          <ac:spMkLst>
            <pc:docMk/>
            <pc:sldMk cId="3011044481" sldId="262"/>
            <ac:spMk id="11" creationId="{E7BAB28E-3211-5100-12DB-3487A3E227D3}"/>
          </ac:spMkLst>
        </pc:spChg>
        <pc:spChg chg="add del mod">
          <ac:chgData name="adithya prabakaran" userId="80129b21d1f6d54e" providerId="LiveId" clId="{7CE4D570-2AF0-41CB-8A1E-06C3545AF118}" dt="2026-01-03T06:29:15.486" v="23747" actId="478"/>
          <ac:spMkLst>
            <pc:docMk/>
            <pc:sldMk cId="3011044481" sldId="262"/>
            <ac:spMk id="12" creationId="{18378A77-40CB-6941-F771-325AECC80855}"/>
          </ac:spMkLst>
        </pc:spChg>
        <pc:spChg chg="add mod">
          <ac:chgData name="adithya prabakaran" userId="80129b21d1f6d54e" providerId="LiveId" clId="{7CE4D570-2AF0-41CB-8A1E-06C3545AF118}" dt="2026-01-04T23:36:07.351" v="25223" actId="1038"/>
          <ac:spMkLst>
            <pc:docMk/>
            <pc:sldMk cId="3011044481" sldId="262"/>
            <ac:spMk id="13" creationId="{451A8AA4-C2B7-3722-48E1-87234AFAD393}"/>
          </ac:spMkLst>
        </pc:spChg>
        <pc:spChg chg="add del mod">
          <ac:chgData name="adithya prabakaran" userId="80129b21d1f6d54e" providerId="LiveId" clId="{7CE4D570-2AF0-41CB-8A1E-06C3545AF118}" dt="2026-01-03T06:29:15.486" v="23747" actId="478"/>
          <ac:spMkLst>
            <pc:docMk/>
            <pc:sldMk cId="3011044481" sldId="262"/>
            <ac:spMk id="15" creationId="{337A12F9-7FE4-609C-9B3B-173716F2EB93}"/>
          </ac:spMkLst>
        </pc:spChg>
        <pc:spChg chg="add del mod">
          <ac:chgData name="adithya prabakaran" userId="80129b21d1f6d54e" providerId="LiveId" clId="{7CE4D570-2AF0-41CB-8A1E-06C3545AF118}" dt="2026-01-03T06:29:15.486" v="23747" actId="478"/>
          <ac:spMkLst>
            <pc:docMk/>
            <pc:sldMk cId="3011044481" sldId="262"/>
            <ac:spMk id="16" creationId="{9A4E3001-FA1B-1B50-85B6-F6CA4278541A}"/>
          </ac:spMkLst>
        </pc:spChg>
        <pc:spChg chg="add del mod">
          <ac:chgData name="adithya prabakaran" userId="80129b21d1f6d54e" providerId="LiveId" clId="{7CE4D570-2AF0-41CB-8A1E-06C3545AF118}" dt="2026-01-03T00:10:18.397" v="21550" actId="478"/>
          <ac:spMkLst>
            <pc:docMk/>
            <pc:sldMk cId="3011044481" sldId="262"/>
            <ac:spMk id="17" creationId="{96FA0641-776A-2BB8-BABB-DA64657A7738}"/>
          </ac:spMkLst>
        </pc:spChg>
        <pc:spChg chg="add mod">
          <ac:chgData name="adithya prabakaran" userId="80129b21d1f6d54e" providerId="LiveId" clId="{7CE4D570-2AF0-41CB-8A1E-06C3545AF118}" dt="2026-01-03T06:29:15.870" v="23748"/>
          <ac:spMkLst>
            <pc:docMk/>
            <pc:sldMk cId="3011044481" sldId="262"/>
            <ac:spMk id="17" creationId="{DF14E361-4615-16AA-BFAB-AF5CA1EF6939}"/>
          </ac:spMkLst>
        </pc:spChg>
        <pc:spChg chg="add mod">
          <ac:chgData name="adithya prabakaran" userId="80129b21d1f6d54e" providerId="LiveId" clId="{7CE4D570-2AF0-41CB-8A1E-06C3545AF118}" dt="2026-01-03T06:29:15.870" v="23748"/>
          <ac:spMkLst>
            <pc:docMk/>
            <pc:sldMk cId="3011044481" sldId="262"/>
            <ac:spMk id="18" creationId="{20E15724-EDE4-FDB1-4C57-FC92F2409257}"/>
          </ac:spMkLst>
        </pc:spChg>
        <pc:spChg chg="add del mod">
          <ac:chgData name="adithya prabakaran" userId="80129b21d1f6d54e" providerId="LiveId" clId="{7CE4D570-2AF0-41CB-8A1E-06C3545AF118}" dt="2026-01-03T00:10:18.397" v="21550" actId="478"/>
          <ac:spMkLst>
            <pc:docMk/>
            <pc:sldMk cId="3011044481" sldId="262"/>
            <ac:spMk id="18" creationId="{CE5334C7-C850-A9A8-430B-4C42759241E7}"/>
          </ac:spMkLst>
        </pc:spChg>
        <pc:spChg chg="add del mod">
          <ac:chgData name="adithya prabakaran" userId="80129b21d1f6d54e" providerId="LiveId" clId="{7CE4D570-2AF0-41CB-8A1E-06C3545AF118}" dt="2026-01-03T00:10:18.397" v="21550" actId="478"/>
          <ac:spMkLst>
            <pc:docMk/>
            <pc:sldMk cId="3011044481" sldId="262"/>
            <ac:spMk id="19" creationId="{0C14334A-0950-97B9-D336-5941AB34144B}"/>
          </ac:spMkLst>
        </pc:spChg>
        <pc:spChg chg="add mod">
          <ac:chgData name="adithya prabakaran" userId="80129b21d1f6d54e" providerId="LiveId" clId="{7CE4D570-2AF0-41CB-8A1E-06C3545AF118}" dt="2026-01-03T06:29:15.870" v="23748"/>
          <ac:spMkLst>
            <pc:docMk/>
            <pc:sldMk cId="3011044481" sldId="262"/>
            <ac:spMk id="19" creationId="{D7D6F05C-E550-1D1A-B714-E4EE8A5AFFDE}"/>
          </ac:spMkLst>
        </pc:spChg>
        <pc:spChg chg="add del mod">
          <ac:chgData name="adithya prabakaran" userId="80129b21d1f6d54e" providerId="LiveId" clId="{7CE4D570-2AF0-41CB-8A1E-06C3545AF118}" dt="2026-01-03T00:10:18.397" v="21550" actId="478"/>
          <ac:spMkLst>
            <pc:docMk/>
            <pc:sldMk cId="3011044481" sldId="262"/>
            <ac:spMk id="20" creationId="{FDBCDAED-D84A-CACE-4B83-0F863960C2A8}"/>
          </ac:spMkLst>
        </pc:spChg>
        <pc:spChg chg="add del mod">
          <ac:chgData name="adithya prabakaran" userId="80129b21d1f6d54e" providerId="LiveId" clId="{7CE4D570-2AF0-41CB-8A1E-06C3545AF118}" dt="2026-01-03T00:10:18.397" v="21550" actId="478"/>
          <ac:spMkLst>
            <pc:docMk/>
            <pc:sldMk cId="3011044481" sldId="262"/>
            <ac:spMk id="21" creationId="{8D18E793-9052-83CB-51C9-F26BEA30B892}"/>
          </ac:spMkLst>
        </pc:spChg>
        <pc:spChg chg="add mod">
          <ac:chgData name="adithya prabakaran" userId="80129b21d1f6d54e" providerId="LiveId" clId="{7CE4D570-2AF0-41CB-8A1E-06C3545AF118}" dt="2026-01-03T06:29:15.870" v="23748"/>
          <ac:spMkLst>
            <pc:docMk/>
            <pc:sldMk cId="3011044481" sldId="262"/>
            <ac:spMk id="21" creationId="{9BDEB96E-2193-1E83-BCAD-A2CFCD444CA6}"/>
          </ac:spMkLst>
        </pc:spChg>
        <pc:spChg chg="add mod">
          <ac:chgData name="adithya prabakaran" userId="80129b21d1f6d54e" providerId="LiveId" clId="{7CE4D570-2AF0-41CB-8A1E-06C3545AF118}" dt="2026-01-03T06:29:15.870" v="23748"/>
          <ac:spMkLst>
            <pc:docMk/>
            <pc:sldMk cId="3011044481" sldId="262"/>
            <ac:spMk id="22" creationId="{68DD419A-44D9-99B9-7F57-90565DEEECD9}"/>
          </ac:spMkLst>
        </pc:spChg>
        <pc:spChg chg="add del mod">
          <ac:chgData name="adithya prabakaran" userId="80129b21d1f6d54e" providerId="LiveId" clId="{7CE4D570-2AF0-41CB-8A1E-06C3545AF118}" dt="2026-01-03T00:10:18.397" v="21550" actId="478"/>
          <ac:spMkLst>
            <pc:docMk/>
            <pc:sldMk cId="3011044481" sldId="262"/>
            <ac:spMk id="22" creationId="{C53DEA51-08C0-E065-4C39-16E494A19B20}"/>
          </ac:spMkLst>
        </pc:spChg>
        <pc:spChg chg="add mod">
          <ac:chgData name="adithya prabakaran" userId="80129b21d1f6d54e" providerId="LiveId" clId="{7CE4D570-2AF0-41CB-8A1E-06C3545AF118}" dt="2026-01-04T23:36:07.351" v="25223" actId="1038"/>
          <ac:spMkLst>
            <pc:docMk/>
            <pc:sldMk cId="3011044481" sldId="262"/>
            <ac:spMk id="23" creationId="{4BE377DF-D469-251E-5627-C8FB20782D03}"/>
          </ac:spMkLst>
        </pc:spChg>
        <pc:spChg chg="add mod">
          <ac:chgData name="adithya prabakaran" userId="80129b21d1f6d54e" providerId="LiveId" clId="{7CE4D570-2AF0-41CB-8A1E-06C3545AF118}" dt="2026-01-04T23:36:07.351" v="25223" actId="1038"/>
          <ac:spMkLst>
            <pc:docMk/>
            <pc:sldMk cId="3011044481" sldId="262"/>
            <ac:spMk id="26" creationId="{305979D3-3B39-3953-95E9-9EF542B1F313}"/>
          </ac:spMkLst>
        </pc:spChg>
        <pc:spChg chg="add mod">
          <ac:chgData name="adithya prabakaran" userId="80129b21d1f6d54e" providerId="LiveId" clId="{7CE4D570-2AF0-41CB-8A1E-06C3545AF118}" dt="2026-01-04T23:36:07.351" v="25223" actId="1038"/>
          <ac:spMkLst>
            <pc:docMk/>
            <pc:sldMk cId="3011044481" sldId="262"/>
            <ac:spMk id="27" creationId="{D9546C2E-AAAB-9F64-8680-2CC1D17E15BB}"/>
          </ac:spMkLst>
        </pc:spChg>
        <pc:spChg chg="add del mod">
          <ac:chgData name="adithya prabakaran" userId="80129b21d1f6d54e" providerId="LiveId" clId="{7CE4D570-2AF0-41CB-8A1E-06C3545AF118}" dt="2026-01-03T06:29:15.486" v="23747" actId="478"/>
          <ac:spMkLst>
            <pc:docMk/>
            <pc:sldMk cId="3011044481" sldId="262"/>
            <ac:spMk id="28" creationId="{8DDBF7F3-3E20-C9ED-8BFB-D0B862372A3C}"/>
          </ac:spMkLst>
        </pc:spChg>
        <pc:spChg chg="add mod">
          <ac:chgData name="adithya prabakaran" userId="80129b21d1f6d54e" providerId="LiveId" clId="{7CE4D570-2AF0-41CB-8A1E-06C3545AF118}" dt="2026-01-03T00:26:34.519" v="22287" actId="20577"/>
          <ac:spMkLst>
            <pc:docMk/>
            <pc:sldMk cId="3011044481" sldId="262"/>
            <ac:spMk id="29" creationId="{4B218987-6B0B-6426-AE31-64A73054F768}"/>
          </ac:spMkLst>
        </pc:spChg>
        <pc:spChg chg="add del mod">
          <ac:chgData name="adithya prabakaran" userId="80129b21d1f6d54e" providerId="LiveId" clId="{7CE4D570-2AF0-41CB-8A1E-06C3545AF118}" dt="2026-01-03T06:29:15.486" v="23747" actId="478"/>
          <ac:spMkLst>
            <pc:docMk/>
            <pc:sldMk cId="3011044481" sldId="262"/>
            <ac:spMk id="30" creationId="{960DB71A-510A-8868-8FB2-1151CA991C5F}"/>
          </ac:spMkLst>
        </pc:spChg>
        <pc:spChg chg="add mod">
          <ac:chgData name="adithya prabakaran" userId="80129b21d1f6d54e" providerId="LiveId" clId="{7CE4D570-2AF0-41CB-8A1E-06C3545AF118}" dt="2026-01-03T00:27:04.952" v="22313" actId="20577"/>
          <ac:spMkLst>
            <pc:docMk/>
            <pc:sldMk cId="3011044481" sldId="262"/>
            <ac:spMk id="31" creationId="{CCD7E18D-F0CA-7D82-9A62-245E03564C09}"/>
          </ac:spMkLst>
        </pc:spChg>
        <pc:spChg chg="add del mod">
          <ac:chgData name="adithya prabakaran" userId="80129b21d1f6d54e" providerId="LiveId" clId="{7CE4D570-2AF0-41CB-8A1E-06C3545AF118}" dt="2026-01-03T06:29:15.486" v="23747" actId="478"/>
          <ac:spMkLst>
            <pc:docMk/>
            <pc:sldMk cId="3011044481" sldId="262"/>
            <ac:spMk id="32" creationId="{975E098D-92C3-3EEF-38F3-79BFD97716DA}"/>
          </ac:spMkLst>
        </pc:spChg>
        <pc:spChg chg="add del mod">
          <ac:chgData name="adithya prabakaran" userId="80129b21d1f6d54e" providerId="LiveId" clId="{7CE4D570-2AF0-41CB-8A1E-06C3545AF118}" dt="2026-01-03T06:29:15.486" v="23747" actId="478"/>
          <ac:spMkLst>
            <pc:docMk/>
            <pc:sldMk cId="3011044481" sldId="262"/>
            <ac:spMk id="33" creationId="{AA61B305-053B-6814-D3A1-B1F30599746D}"/>
          </ac:spMkLst>
        </pc:spChg>
        <pc:spChg chg="add mod">
          <ac:chgData name="adithya prabakaran" userId="80129b21d1f6d54e" providerId="LiveId" clId="{7CE4D570-2AF0-41CB-8A1E-06C3545AF118}" dt="2026-01-04T23:36:07.351" v="25223" actId="1038"/>
          <ac:spMkLst>
            <pc:docMk/>
            <pc:sldMk cId="3011044481" sldId="262"/>
            <ac:spMk id="35" creationId="{37376108-4B61-DB0D-F7D1-B504FFE16225}"/>
          </ac:spMkLst>
        </pc:spChg>
        <pc:spChg chg="add mod">
          <ac:chgData name="adithya prabakaran" userId="80129b21d1f6d54e" providerId="LiveId" clId="{7CE4D570-2AF0-41CB-8A1E-06C3545AF118}" dt="2026-01-04T23:36:07.351" v="25223" actId="1038"/>
          <ac:spMkLst>
            <pc:docMk/>
            <pc:sldMk cId="3011044481" sldId="262"/>
            <ac:spMk id="37" creationId="{9CAAFC78-94F1-EF43-E303-4CE5CB1DBFB8}"/>
          </ac:spMkLst>
        </pc:spChg>
        <pc:spChg chg="add mod">
          <ac:chgData name="adithya prabakaran" userId="80129b21d1f6d54e" providerId="LiveId" clId="{7CE4D570-2AF0-41CB-8A1E-06C3545AF118}" dt="2026-01-04T23:36:07.351" v="25223" actId="1038"/>
          <ac:spMkLst>
            <pc:docMk/>
            <pc:sldMk cId="3011044481" sldId="262"/>
            <ac:spMk id="39" creationId="{536AD928-943B-C24B-0170-76AFB36A454D}"/>
          </ac:spMkLst>
        </pc:spChg>
        <pc:spChg chg="add del mod">
          <ac:chgData name="adithya prabakaran" userId="80129b21d1f6d54e" providerId="LiveId" clId="{7CE4D570-2AF0-41CB-8A1E-06C3545AF118}" dt="2026-01-03T06:29:15.486" v="23747" actId="478"/>
          <ac:spMkLst>
            <pc:docMk/>
            <pc:sldMk cId="3011044481" sldId="262"/>
            <ac:spMk id="40" creationId="{69992D31-493C-3726-3557-9B467BE88FA6}"/>
          </ac:spMkLst>
        </pc:spChg>
        <pc:spChg chg="add del mod">
          <ac:chgData name="adithya prabakaran" userId="80129b21d1f6d54e" providerId="LiveId" clId="{7CE4D570-2AF0-41CB-8A1E-06C3545AF118}" dt="2026-01-03T06:29:15.486" v="23747" actId="478"/>
          <ac:spMkLst>
            <pc:docMk/>
            <pc:sldMk cId="3011044481" sldId="262"/>
            <ac:spMk id="41" creationId="{2812F94E-8BCA-FC07-E98B-A52F5326D05D}"/>
          </ac:spMkLst>
        </pc:spChg>
        <pc:spChg chg="add mod">
          <ac:chgData name="adithya prabakaran" userId="80129b21d1f6d54e" providerId="LiveId" clId="{7CE4D570-2AF0-41CB-8A1E-06C3545AF118}" dt="2026-01-03T06:29:15.870" v="23748"/>
          <ac:spMkLst>
            <pc:docMk/>
            <pc:sldMk cId="3011044481" sldId="262"/>
            <ac:spMk id="43" creationId="{8B1F9F7D-0252-CEEA-3BED-2FA734D0D403}"/>
          </ac:spMkLst>
        </pc:spChg>
        <pc:spChg chg="add mod">
          <ac:chgData name="adithya prabakaran" userId="80129b21d1f6d54e" providerId="LiveId" clId="{7CE4D570-2AF0-41CB-8A1E-06C3545AF118}" dt="2026-01-03T06:29:15.870" v="23748"/>
          <ac:spMkLst>
            <pc:docMk/>
            <pc:sldMk cId="3011044481" sldId="262"/>
            <ac:spMk id="45" creationId="{A7222086-BE81-DD7E-20B4-4DF993B1187F}"/>
          </ac:spMkLst>
        </pc:spChg>
        <pc:spChg chg="add mod">
          <ac:chgData name="adithya prabakaran" userId="80129b21d1f6d54e" providerId="LiveId" clId="{7CE4D570-2AF0-41CB-8A1E-06C3545AF118}" dt="2026-01-03T06:29:15.870" v="23748"/>
          <ac:spMkLst>
            <pc:docMk/>
            <pc:sldMk cId="3011044481" sldId="262"/>
            <ac:spMk id="46" creationId="{E35B3266-2F2A-EB5B-5640-A518A38044AD}"/>
          </ac:spMkLst>
        </pc:spChg>
        <pc:spChg chg="add mod">
          <ac:chgData name="adithya prabakaran" userId="80129b21d1f6d54e" providerId="LiveId" clId="{7CE4D570-2AF0-41CB-8A1E-06C3545AF118}" dt="2026-01-03T06:29:15.870" v="23748"/>
          <ac:spMkLst>
            <pc:docMk/>
            <pc:sldMk cId="3011044481" sldId="262"/>
            <ac:spMk id="47" creationId="{B79410D0-88CD-7BC7-D271-E2A37E44CD64}"/>
          </ac:spMkLst>
        </pc:spChg>
        <pc:spChg chg="add mod">
          <ac:chgData name="adithya prabakaran" userId="80129b21d1f6d54e" providerId="LiveId" clId="{7CE4D570-2AF0-41CB-8A1E-06C3545AF118}" dt="2026-01-03T06:29:15.870" v="23748"/>
          <ac:spMkLst>
            <pc:docMk/>
            <pc:sldMk cId="3011044481" sldId="262"/>
            <ac:spMk id="48" creationId="{182B8147-3615-45AB-A17A-30FBC253D8A6}"/>
          </ac:spMkLst>
        </pc:spChg>
        <pc:spChg chg="add del mod ord">
          <ac:chgData name="adithya prabakaran" userId="80129b21d1f6d54e" providerId="LiveId" clId="{7CE4D570-2AF0-41CB-8A1E-06C3545AF118}" dt="2026-01-03T06:29:13.041" v="23746" actId="478"/>
          <ac:spMkLst>
            <pc:docMk/>
            <pc:sldMk cId="3011044481" sldId="262"/>
            <ac:spMk id="50" creationId="{71DD5B33-ED32-73AA-C9DF-EB3DAE2A3E44}"/>
          </ac:spMkLst>
        </pc:spChg>
        <pc:spChg chg="add mod">
          <ac:chgData name="adithya prabakaran" userId="80129b21d1f6d54e" providerId="LiveId" clId="{7CE4D570-2AF0-41CB-8A1E-06C3545AF118}" dt="2026-01-03T00:17:43.900" v="21921" actId="14100"/>
          <ac:spMkLst>
            <pc:docMk/>
            <pc:sldMk cId="3011044481" sldId="262"/>
            <ac:spMk id="51" creationId="{E8C74F03-2111-4A98-D191-1ABD299E3BF1}"/>
          </ac:spMkLst>
        </pc:spChg>
        <pc:spChg chg="add del mod">
          <ac:chgData name="adithya prabakaran" userId="80129b21d1f6d54e" providerId="LiveId" clId="{7CE4D570-2AF0-41CB-8A1E-06C3545AF118}" dt="2026-01-03T06:29:15.486" v="23747" actId="478"/>
          <ac:spMkLst>
            <pc:docMk/>
            <pc:sldMk cId="3011044481" sldId="262"/>
            <ac:spMk id="53" creationId="{56FE940E-E82B-DFB3-031F-F4841DA77045}"/>
          </ac:spMkLst>
        </pc:spChg>
        <pc:spChg chg="add mod">
          <ac:chgData name="adithya prabakaran" userId="80129b21d1f6d54e" providerId="LiveId" clId="{7CE4D570-2AF0-41CB-8A1E-06C3545AF118}" dt="2026-01-03T06:29:19.552" v="23750"/>
          <ac:spMkLst>
            <pc:docMk/>
            <pc:sldMk cId="3011044481" sldId="262"/>
            <ac:spMk id="55" creationId="{C7AB82EC-5902-A11F-1928-6477B0A7F56D}"/>
          </ac:spMkLst>
        </pc:spChg>
        <pc:spChg chg="add mod">
          <ac:chgData name="adithya prabakaran" userId="80129b21d1f6d54e" providerId="LiveId" clId="{7CE4D570-2AF0-41CB-8A1E-06C3545AF118}" dt="2026-01-03T06:29:19.552" v="23750"/>
          <ac:spMkLst>
            <pc:docMk/>
            <pc:sldMk cId="3011044481" sldId="262"/>
            <ac:spMk id="56" creationId="{520DBC48-E8E8-A795-9DBF-F3F7C766382A}"/>
          </ac:spMkLst>
        </pc:spChg>
        <pc:spChg chg="add mod">
          <ac:chgData name="adithya prabakaran" userId="80129b21d1f6d54e" providerId="LiveId" clId="{7CE4D570-2AF0-41CB-8A1E-06C3545AF118}" dt="2026-01-03T06:29:19.552" v="23750"/>
          <ac:spMkLst>
            <pc:docMk/>
            <pc:sldMk cId="3011044481" sldId="262"/>
            <ac:spMk id="57" creationId="{27AAA3D3-EDDD-4FDE-2AE8-2471CD6F09BD}"/>
          </ac:spMkLst>
        </pc:spChg>
        <pc:spChg chg="add mod">
          <ac:chgData name="adithya prabakaran" userId="80129b21d1f6d54e" providerId="LiveId" clId="{7CE4D570-2AF0-41CB-8A1E-06C3545AF118}" dt="2026-01-03T06:29:19.552" v="23750"/>
          <ac:spMkLst>
            <pc:docMk/>
            <pc:sldMk cId="3011044481" sldId="262"/>
            <ac:spMk id="58" creationId="{05775867-0175-A773-A106-67B5995E9EA0}"/>
          </ac:spMkLst>
        </pc:spChg>
        <pc:spChg chg="del">
          <ac:chgData name="adithya prabakaran" userId="80129b21d1f6d54e" providerId="LiveId" clId="{7CE4D570-2AF0-41CB-8A1E-06C3545AF118}" dt="2026-01-03T06:30:05.048" v="23766" actId="478"/>
          <ac:spMkLst>
            <pc:docMk/>
            <pc:sldMk cId="3011044481" sldId="262"/>
            <ac:spMk id="59" creationId="{7B1D1A71-7D5F-9478-4E2B-D903ACDB167B}"/>
          </ac:spMkLst>
        </pc:spChg>
        <pc:spChg chg="add mod">
          <ac:chgData name="adithya prabakaran" userId="80129b21d1f6d54e" providerId="LiveId" clId="{7CE4D570-2AF0-41CB-8A1E-06C3545AF118}" dt="2026-01-03T06:29:19.552" v="23750"/>
          <ac:spMkLst>
            <pc:docMk/>
            <pc:sldMk cId="3011044481" sldId="262"/>
            <ac:spMk id="60" creationId="{B72C925E-609C-7A74-B848-D2BACDC6AD77}"/>
          </ac:spMkLst>
        </pc:spChg>
        <pc:spChg chg="add mod">
          <ac:chgData name="adithya prabakaran" userId="80129b21d1f6d54e" providerId="LiveId" clId="{7CE4D570-2AF0-41CB-8A1E-06C3545AF118}" dt="2026-01-03T06:29:19.552" v="23750"/>
          <ac:spMkLst>
            <pc:docMk/>
            <pc:sldMk cId="3011044481" sldId="262"/>
            <ac:spMk id="62" creationId="{855725FA-FBB5-15FD-17BA-0F67E40ADA2E}"/>
          </ac:spMkLst>
        </pc:spChg>
        <pc:spChg chg="add mod">
          <ac:chgData name="adithya prabakaran" userId="80129b21d1f6d54e" providerId="LiveId" clId="{7CE4D570-2AF0-41CB-8A1E-06C3545AF118}" dt="2026-01-03T06:36:11.528" v="23873" actId="20577"/>
          <ac:spMkLst>
            <pc:docMk/>
            <pc:sldMk cId="3011044481" sldId="262"/>
            <ac:spMk id="63" creationId="{B2D0256A-E698-87F7-C266-3568FDD29220}"/>
          </ac:spMkLst>
        </pc:spChg>
        <pc:spChg chg="add mod">
          <ac:chgData name="adithya prabakaran" userId="80129b21d1f6d54e" providerId="LiveId" clId="{7CE4D570-2AF0-41CB-8A1E-06C3545AF118}" dt="2026-01-03T06:29:19.552" v="23750"/>
          <ac:spMkLst>
            <pc:docMk/>
            <pc:sldMk cId="3011044481" sldId="262"/>
            <ac:spMk id="64" creationId="{C596619E-65E5-76E6-3CBE-8307CB09603C}"/>
          </ac:spMkLst>
        </pc:spChg>
        <pc:spChg chg="add mod">
          <ac:chgData name="adithya prabakaran" userId="80129b21d1f6d54e" providerId="LiveId" clId="{7CE4D570-2AF0-41CB-8A1E-06C3545AF118}" dt="2026-01-03T06:29:19.552" v="23750"/>
          <ac:spMkLst>
            <pc:docMk/>
            <pc:sldMk cId="3011044481" sldId="262"/>
            <ac:spMk id="65" creationId="{A1C7E650-4E8A-EC86-BF66-075EC7F8FB1D}"/>
          </ac:spMkLst>
        </pc:spChg>
        <pc:spChg chg="add mod">
          <ac:chgData name="adithya prabakaran" userId="80129b21d1f6d54e" providerId="LiveId" clId="{7CE4D570-2AF0-41CB-8A1E-06C3545AF118}" dt="2026-01-03T06:29:19.552" v="23750"/>
          <ac:spMkLst>
            <pc:docMk/>
            <pc:sldMk cId="3011044481" sldId="262"/>
            <ac:spMk id="66" creationId="{F53B31DF-00E4-F555-DB3E-31A47D4BAE6E}"/>
          </ac:spMkLst>
        </pc:spChg>
        <pc:spChg chg="add mod">
          <ac:chgData name="adithya prabakaran" userId="80129b21d1f6d54e" providerId="LiveId" clId="{7CE4D570-2AF0-41CB-8A1E-06C3545AF118}" dt="2026-01-03T06:30:05.198" v="23767"/>
          <ac:spMkLst>
            <pc:docMk/>
            <pc:sldMk cId="3011044481" sldId="262"/>
            <ac:spMk id="68" creationId="{31AEBE41-BFB7-9A45-BE03-FD6EE123DF5E}"/>
          </ac:spMkLst>
        </pc:spChg>
        <pc:picChg chg="add mod modCrop">
          <ac:chgData name="adithya prabakaran" userId="80129b21d1f6d54e" providerId="LiveId" clId="{7CE4D570-2AF0-41CB-8A1E-06C3545AF118}" dt="2026-01-04T23:36:07.351" v="25223" actId="1038"/>
          <ac:picMkLst>
            <pc:docMk/>
            <pc:sldMk cId="3011044481" sldId="262"/>
            <ac:picMk id="5" creationId="{E84234A5-0EEB-B757-4D69-F07769377FF4}"/>
          </ac:picMkLst>
        </pc:picChg>
        <pc:picChg chg="add mod modCrop">
          <ac:chgData name="adithya prabakaran" userId="80129b21d1f6d54e" providerId="LiveId" clId="{7CE4D570-2AF0-41CB-8A1E-06C3545AF118}" dt="2026-01-04T23:39:51.725" v="25244" actId="1035"/>
          <ac:picMkLst>
            <pc:docMk/>
            <pc:sldMk cId="3011044481" sldId="262"/>
            <ac:picMk id="22" creationId="{1F591465-0843-0B22-61D9-11344CEA15DC}"/>
          </ac:picMkLst>
        </pc:picChg>
        <pc:cxnChg chg="add mod">
          <ac:chgData name="adithya prabakaran" userId="80129b21d1f6d54e" providerId="LiveId" clId="{7CE4D570-2AF0-41CB-8A1E-06C3545AF118}" dt="2026-01-04T23:36:07.351" v="25223" actId="1038"/>
          <ac:cxnSpMkLst>
            <pc:docMk/>
            <pc:sldMk cId="3011044481" sldId="262"/>
            <ac:cxnSpMk id="3" creationId="{B14FB188-F1ED-DD71-0601-AE7A06FC402E}"/>
          </ac:cxnSpMkLst>
        </pc:cxnChg>
        <pc:cxnChg chg="add mod">
          <ac:chgData name="adithya prabakaran" userId="80129b21d1f6d54e" providerId="LiveId" clId="{7CE4D570-2AF0-41CB-8A1E-06C3545AF118}" dt="2025-12-31T16:23:41.626" v="19290" actId="14100"/>
          <ac:cxnSpMkLst>
            <pc:docMk/>
            <pc:sldMk cId="3011044481" sldId="262"/>
            <ac:cxnSpMk id="6" creationId="{952BB2E5-02F9-6A20-771C-83C44027D8C3}"/>
          </ac:cxnSpMkLst>
        </pc:cxnChg>
        <pc:cxnChg chg="add mod">
          <ac:chgData name="adithya prabakaran" userId="80129b21d1f6d54e" providerId="LiveId" clId="{7CE4D570-2AF0-41CB-8A1E-06C3545AF118}" dt="2025-12-31T16:17:50.519" v="19125" actId="255"/>
          <ac:cxnSpMkLst>
            <pc:docMk/>
            <pc:sldMk cId="3011044481" sldId="262"/>
            <ac:cxnSpMk id="14" creationId="{3D6BB51F-F280-554E-3EA3-0FC77A880B84}"/>
          </ac:cxnSpMkLst>
        </pc:cxnChg>
        <pc:cxnChg chg="add mod">
          <ac:chgData name="adithya prabakaran" userId="80129b21d1f6d54e" providerId="LiveId" clId="{7CE4D570-2AF0-41CB-8A1E-06C3545AF118}" dt="2026-01-04T23:33:32.754" v="25142" actId="14100"/>
          <ac:cxnSpMkLst>
            <pc:docMk/>
            <pc:sldMk cId="3011044481" sldId="262"/>
            <ac:cxnSpMk id="24" creationId="{EB442347-B648-297C-4238-AB6332B65D73}"/>
          </ac:cxnSpMkLst>
        </pc:cxnChg>
        <pc:cxnChg chg="add mod">
          <ac:chgData name="adithya prabakaran" userId="80129b21d1f6d54e" providerId="LiveId" clId="{7CE4D570-2AF0-41CB-8A1E-06C3545AF118}" dt="2025-12-31T16:14:54.639" v="18957" actId="14100"/>
          <ac:cxnSpMkLst>
            <pc:docMk/>
            <pc:sldMk cId="3011044481" sldId="262"/>
            <ac:cxnSpMk id="25" creationId="{F959E020-8B75-37A5-C022-31B72E55A7E5}"/>
          </ac:cxnSpMkLst>
        </pc:cxnChg>
        <pc:cxnChg chg="add mod">
          <ac:chgData name="adithya prabakaran" userId="80129b21d1f6d54e" providerId="LiveId" clId="{7CE4D570-2AF0-41CB-8A1E-06C3545AF118}" dt="2026-01-04T23:34:23.234" v="25168" actId="1076"/>
          <ac:cxnSpMkLst>
            <pc:docMk/>
            <pc:sldMk cId="3011044481" sldId="262"/>
            <ac:cxnSpMk id="34" creationId="{0F8DB6B0-BADD-12F5-028B-09E5611E7983}"/>
          </ac:cxnSpMkLst>
        </pc:cxnChg>
        <pc:cxnChg chg="add mod">
          <ac:chgData name="adithya prabakaran" userId="80129b21d1f6d54e" providerId="LiveId" clId="{7CE4D570-2AF0-41CB-8A1E-06C3545AF118}" dt="2026-01-04T23:34:12.685" v="25166" actId="1038"/>
          <ac:cxnSpMkLst>
            <pc:docMk/>
            <pc:sldMk cId="3011044481" sldId="262"/>
            <ac:cxnSpMk id="36" creationId="{3B5D30D5-1B05-1142-CADA-124616510B5A}"/>
          </ac:cxnSpMkLst>
        </pc:cxnChg>
        <pc:cxnChg chg="add mod">
          <ac:chgData name="adithya prabakaran" userId="80129b21d1f6d54e" providerId="LiveId" clId="{7CE4D570-2AF0-41CB-8A1E-06C3545AF118}" dt="2026-01-04T23:34:05.006" v="25148" actId="14100"/>
          <ac:cxnSpMkLst>
            <pc:docMk/>
            <pc:sldMk cId="3011044481" sldId="262"/>
            <ac:cxnSpMk id="38" creationId="{147EDCF5-1E5B-F71D-A392-529284037701}"/>
          </ac:cxnSpMkLst>
        </pc:cxnChg>
      </pc:sldChg>
      <pc:sldChg chg="addSp delSp modSp add mod">
        <pc:chgData name="adithya prabakaran" userId="80129b21d1f6d54e" providerId="LiveId" clId="{7CE4D570-2AF0-41CB-8A1E-06C3545AF118}" dt="2026-01-04T22:39:27.643" v="24818" actId="1036"/>
        <pc:sldMkLst>
          <pc:docMk/>
          <pc:sldMk cId="1189997005" sldId="263"/>
        </pc:sldMkLst>
        <pc:spChg chg="add mod">
          <ac:chgData name="adithya prabakaran" userId="80129b21d1f6d54e" providerId="LiveId" clId="{7CE4D570-2AF0-41CB-8A1E-06C3545AF118}" dt="2026-01-03T06:29:29.917" v="23753"/>
          <ac:spMkLst>
            <pc:docMk/>
            <pc:sldMk cId="1189997005" sldId="263"/>
            <ac:spMk id="2" creationId="{98D15AAE-E508-809F-4AE6-FACB117DE048}"/>
          </ac:spMkLst>
        </pc:spChg>
        <pc:spChg chg="add del mod">
          <ac:chgData name="adithya prabakaran" userId="80129b21d1f6d54e" providerId="LiveId" clId="{7CE4D570-2AF0-41CB-8A1E-06C3545AF118}" dt="2026-01-03T00:28:09.869" v="22343" actId="478"/>
          <ac:spMkLst>
            <pc:docMk/>
            <pc:sldMk cId="1189997005" sldId="263"/>
            <ac:spMk id="2" creationId="{DEF1EAF1-19CA-3F27-5B98-E043E17341A4}"/>
          </ac:spMkLst>
        </pc:spChg>
        <pc:spChg chg="add mod">
          <ac:chgData name="adithya prabakaran" userId="80129b21d1f6d54e" providerId="LiveId" clId="{7CE4D570-2AF0-41CB-8A1E-06C3545AF118}" dt="2026-01-03T06:29:29.917" v="23753"/>
          <ac:spMkLst>
            <pc:docMk/>
            <pc:sldMk cId="1189997005" sldId="263"/>
            <ac:spMk id="3" creationId="{09044887-E1DA-CF88-67B6-2B62DB8C542F}"/>
          </ac:spMkLst>
        </pc:spChg>
        <pc:spChg chg="add del mod">
          <ac:chgData name="adithya prabakaran" userId="80129b21d1f6d54e" providerId="LiveId" clId="{7CE4D570-2AF0-41CB-8A1E-06C3545AF118}" dt="2026-01-03T00:28:09.869" v="22343" actId="478"/>
          <ac:spMkLst>
            <pc:docMk/>
            <pc:sldMk cId="1189997005" sldId="263"/>
            <ac:spMk id="3" creationId="{6C197AAC-006C-5696-0522-CD3231A6409B}"/>
          </ac:spMkLst>
        </pc:spChg>
        <pc:spChg chg="add mod">
          <ac:chgData name="adithya prabakaran" userId="80129b21d1f6d54e" providerId="LiveId" clId="{7CE4D570-2AF0-41CB-8A1E-06C3545AF118}" dt="2026-01-04T22:39:27.643" v="24818" actId="1036"/>
          <ac:spMkLst>
            <pc:docMk/>
            <pc:sldMk cId="1189997005" sldId="263"/>
            <ac:spMk id="4" creationId="{1122EC71-68FE-26BF-C54E-0ECC0A8CCAA5}"/>
          </ac:spMkLst>
        </pc:spChg>
        <pc:spChg chg="add mod">
          <ac:chgData name="adithya prabakaran" userId="80129b21d1f6d54e" providerId="LiveId" clId="{7CE4D570-2AF0-41CB-8A1E-06C3545AF118}" dt="2026-01-04T22:39:27.643" v="24818" actId="1036"/>
          <ac:spMkLst>
            <pc:docMk/>
            <pc:sldMk cId="1189997005" sldId="263"/>
            <ac:spMk id="5" creationId="{CC16E87D-750B-6F84-E3BB-370BA3B854C7}"/>
          </ac:spMkLst>
        </pc:spChg>
        <pc:spChg chg="mod">
          <ac:chgData name="adithya prabakaran" userId="80129b21d1f6d54e" providerId="LiveId" clId="{7CE4D570-2AF0-41CB-8A1E-06C3545AF118}" dt="2026-01-04T22:30:56.692" v="24640"/>
          <ac:spMkLst>
            <pc:docMk/>
            <pc:sldMk cId="1189997005" sldId="263"/>
            <ac:spMk id="6" creationId="{1B84E25D-A4C2-EA0F-7ACD-30FD5CBA29B9}"/>
          </ac:spMkLst>
        </pc:spChg>
        <pc:spChg chg="mod">
          <ac:chgData name="adithya prabakaran" userId="80129b21d1f6d54e" providerId="LiveId" clId="{7CE4D570-2AF0-41CB-8A1E-06C3545AF118}" dt="2025-12-31T07:15:19.234" v="17558" actId="1076"/>
          <ac:spMkLst>
            <pc:docMk/>
            <pc:sldMk cId="1189997005" sldId="263"/>
            <ac:spMk id="10" creationId="{BE526558-FC6D-1EE0-9291-9F0CDCE5F7A9}"/>
          </ac:spMkLst>
        </pc:spChg>
        <pc:spChg chg="add mod">
          <ac:chgData name="adithya prabakaran" userId="80129b21d1f6d54e" providerId="LiveId" clId="{7CE4D570-2AF0-41CB-8A1E-06C3545AF118}" dt="2026-01-03T06:35:52.830" v="23852"/>
          <ac:spMkLst>
            <pc:docMk/>
            <pc:sldMk cId="1189997005" sldId="263"/>
            <ac:spMk id="11" creationId="{3095DD5A-733E-291B-22E8-1AA07B9F1CA0}"/>
          </ac:spMkLst>
        </pc:spChg>
        <pc:spChg chg="del">
          <ac:chgData name="adithya prabakaran" userId="80129b21d1f6d54e" providerId="LiveId" clId="{7CE4D570-2AF0-41CB-8A1E-06C3545AF118}" dt="2026-01-03T06:29:27.259" v="23751" actId="478"/>
          <ac:spMkLst>
            <pc:docMk/>
            <pc:sldMk cId="1189997005" sldId="263"/>
            <ac:spMk id="11" creationId="{C9BE71ED-4B9C-962F-3A0B-31DA24C3F6E4}"/>
          </ac:spMkLst>
        </pc:spChg>
        <pc:spChg chg="add mod">
          <ac:chgData name="adithya prabakaran" userId="80129b21d1f6d54e" providerId="LiveId" clId="{7CE4D570-2AF0-41CB-8A1E-06C3545AF118}" dt="2026-01-03T06:36:37.263" v="23900" actId="20577"/>
          <ac:spMkLst>
            <pc:docMk/>
            <pc:sldMk cId="1189997005" sldId="263"/>
            <ac:spMk id="12" creationId="{1915491A-FD72-B587-A339-99DD2E19AE4C}"/>
          </ac:spMkLst>
        </pc:spChg>
        <pc:spChg chg="del">
          <ac:chgData name="adithya prabakaran" userId="80129b21d1f6d54e" providerId="LiveId" clId="{7CE4D570-2AF0-41CB-8A1E-06C3545AF118}" dt="2026-01-03T06:29:29.597" v="23752" actId="478"/>
          <ac:spMkLst>
            <pc:docMk/>
            <pc:sldMk cId="1189997005" sldId="263"/>
            <ac:spMk id="12" creationId="{23BC57D5-61DF-77DC-42F5-BCCCA43B3D98}"/>
          </ac:spMkLst>
        </pc:spChg>
        <pc:spChg chg="add mod">
          <ac:chgData name="adithya prabakaran" userId="80129b21d1f6d54e" providerId="LiveId" clId="{7CE4D570-2AF0-41CB-8A1E-06C3545AF118}" dt="2026-01-04T22:31:02.821" v="24643" actId="1076"/>
          <ac:spMkLst>
            <pc:docMk/>
            <pc:sldMk cId="1189997005" sldId="263"/>
            <ac:spMk id="12" creationId="{5A43DCAE-4C60-F04B-AD24-494862C636F7}"/>
          </ac:spMkLst>
        </pc:spChg>
        <pc:spChg chg="add mod">
          <ac:chgData name="adithya prabakaran" userId="80129b21d1f6d54e" providerId="LiveId" clId="{7CE4D570-2AF0-41CB-8A1E-06C3545AF118}" dt="2026-01-04T22:37:29.102" v="24798" actId="1035"/>
          <ac:spMkLst>
            <pc:docMk/>
            <pc:sldMk cId="1189997005" sldId="263"/>
            <ac:spMk id="13" creationId="{C824DB2A-293A-0B09-A7F0-2E3BFE9D0488}"/>
          </ac:spMkLst>
        </pc:spChg>
        <pc:spChg chg="add mod">
          <ac:chgData name="adithya prabakaran" userId="80129b21d1f6d54e" providerId="LiveId" clId="{7CE4D570-2AF0-41CB-8A1E-06C3545AF118}" dt="2026-01-04T22:39:27.643" v="24818" actId="1036"/>
          <ac:spMkLst>
            <pc:docMk/>
            <pc:sldMk cId="1189997005" sldId="263"/>
            <ac:spMk id="14" creationId="{43C0EF7A-669A-2165-25E4-0111394ED2BD}"/>
          </ac:spMkLst>
        </pc:spChg>
        <pc:spChg chg="add mod">
          <ac:chgData name="adithya prabakaran" userId="80129b21d1f6d54e" providerId="LiveId" clId="{7CE4D570-2AF0-41CB-8A1E-06C3545AF118}" dt="2026-01-03T06:29:29.917" v="23753"/>
          <ac:spMkLst>
            <pc:docMk/>
            <pc:sldMk cId="1189997005" sldId="263"/>
            <ac:spMk id="15" creationId="{8EF7D67C-3E25-518E-DB95-63D0F7F736F9}"/>
          </ac:spMkLst>
        </pc:spChg>
        <pc:spChg chg="del">
          <ac:chgData name="adithya prabakaran" userId="80129b21d1f6d54e" providerId="LiveId" clId="{7CE4D570-2AF0-41CB-8A1E-06C3545AF118}" dt="2026-01-03T00:28:09.869" v="22343" actId="478"/>
          <ac:spMkLst>
            <pc:docMk/>
            <pc:sldMk cId="1189997005" sldId="263"/>
            <ac:spMk id="15" creationId="{C1C133B7-17B9-083E-6767-DF4C1ACAFB5A}"/>
          </ac:spMkLst>
        </pc:spChg>
        <pc:spChg chg="del">
          <ac:chgData name="adithya prabakaran" userId="80129b21d1f6d54e" providerId="LiveId" clId="{7CE4D570-2AF0-41CB-8A1E-06C3545AF118}" dt="2026-01-03T00:28:09.869" v="22343" actId="478"/>
          <ac:spMkLst>
            <pc:docMk/>
            <pc:sldMk cId="1189997005" sldId="263"/>
            <ac:spMk id="16" creationId="{0B89EEE8-91DC-4E44-EFB8-A20D5B63B180}"/>
          </ac:spMkLst>
        </pc:spChg>
        <pc:spChg chg="add del mod">
          <ac:chgData name="adithya prabakaran" userId="80129b21d1f6d54e" providerId="LiveId" clId="{7CE4D570-2AF0-41CB-8A1E-06C3545AF118}" dt="2026-01-04T22:37:54.453" v="24806" actId="255"/>
          <ac:spMkLst>
            <pc:docMk/>
            <pc:sldMk cId="1189997005" sldId="263"/>
            <ac:spMk id="16" creationId="{8D65B4A4-7766-244C-C42D-649C78F3753F}"/>
          </ac:spMkLst>
        </pc:spChg>
        <pc:spChg chg="add mod">
          <ac:chgData name="adithya prabakaran" userId="80129b21d1f6d54e" providerId="LiveId" clId="{7CE4D570-2AF0-41CB-8A1E-06C3545AF118}" dt="2026-01-03T06:29:29.917" v="23753"/>
          <ac:spMkLst>
            <pc:docMk/>
            <pc:sldMk cId="1189997005" sldId="263"/>
            <ac:spMk id="16" creationId="{FFF3001C-A766-8EBC-E247-C6FD4A80A4ED}"/>
          </ac:spMkLst>
        </pc:spChg>
        <pc:spChg chg="del">
          <ac:chgData name="adithya prabakaran" userId="80129b21d1f6d54e" providerId="LiveId" clId="{7CE4D570-2AF0-41CB-8A1E-06C3545AF118}" dt="2026-01-03T00:28:09.869" v="22343" actId="478"/>
          <ac:spMkLst>
            <pc:docMk/>
            <pc:sldMk cId="1189997005" sldId="263"/>
            <ac:spMk id="17" creationId="{2D6FC8C0-7B05-7000-28E6-2F2717CEED28}"/>
          </ac:spMkLst>
        </pc:spChg>
        <pc:spChg chg="add mod">
          <ac:chgData name="adithya prabakaran" userId="80129b21d1f6d54e" providerId="LiveId" clId="{7CE4D570-2AF0-41CB-8A1E-06C3545AF118}" dt="2026-01-03T06:29:29.917" v="23753"/>
          <ac:spMkLst>
            <pc:docMk/>
            <pc:sldMk cId="1189997005" sldId="263"/>
            <ac:spMk id="17" creationId="{3764BF78-D47D-A2EC-2F3D-EF55C2179D04}"/>
          </ac:spMkLst>
        </pc:spChg>
        <pc:spChg chg="del">
          <ac:chgData name="adithya prabakaran" userId="80129b21d1f6d54e" providerId="LiveId" clId="{7CE4D570-2AF0-41CB-8A1E-06C3545AF118}" dt="2026-01-03T00:28:09.869" v="22343" actId="478"/>
          <ac:spMkLst>
            <pc:docMk/>
            <pc:sldMk cId="1189997005" sldId="263"/>
            <ac:spMk id="18" creationId="{14F8B45E-763F-119A-0C1A-8B12EED4C20B}"/>
          </ac:spMkLst>
        </pc:spChg>
        <pc:spChg chg="mod">
          <ac:chgData name="adithya prabakaran" userId="80129b21d1f6d54e" providerId="LiveId" clId="{7CE4D570-2AF0-41CB-8A1E-06C3545AF118}" dt="2026-01-03T06:29:53.753" v="23763" actId="1035"/>
          <ac:spMkLst>
            <pc:docMk/>
            <pc:sldMk cId="1189997005" sldId="263"/>
            <ac:spMk id="18" creationId="{56E171B4-5EBF-6E61-1BE4-D80D22D0D9D6}"/>
          </ac:spMkLst>
        </pc:spChg>
        <pc:spChg chg="add mod">
          <ac:chgData name="adithya prabakaran" userId="80129b21d1f6d54e" providerId="LiveId" clId="{7CE4D570-2AF0-41CB-8A1E-06C3545AF118}" dt="2026-01-04T22:39:27.643" v="24818" actId="1036"/>
          <ac:spMkLst>
            <pc:docMk/>
            <pc:sldMk cId="1189997005" sldId="263"/>
            <ac:spMk id="19" creationId="{7F133DF5-7C0A-BBE2-A2BA-33E784521242}"/>
          </ac:spMkLst>
        </pc:spChg>
        <pc:spChg chg="add mod">
          <ac:chgData name="adithya prabakaran" userId="80129b21d1f6d54e" providerId="LiveId" clId="{7CE4D570-2AF0-41CB-8A1E-06C3545AF118}" dt="2026-01-04T22:34:56.229" v="24744" actId="1035"/>
          <ac:spMkLst>
            <pc:docMk/>
            <pc:sldMk cId="1189997005" sldId="263"/>
            <ac:spMk id="20" creationId="{7F59BF75-0DDB-A243-EB83-E869C3BBFC37}"/>
          </ac:spMkLst>
        </pc:spChg>
        <pc:spChg chg="add mod">
          <ac:chgData name="adithya prabakaran" userId="80129b21d1f6d54e" providerId="LiveId" clId="{7CE4D570-2AF0-41CB-8A1E-06C3545AF118}" dt="2026-01-03T06:29:29.917" v="23753"/>
          <ac:spMkLst>
            <pc:docMk/>
            <pc:sldMk cId="1189997005" sldId="263"/>
            <ac:spMk id="21" creationId="{3D657ABA-D8FE-83B1-F413-A102BD1BE409}"/>
          </ac:spMkLst>
        </pc:spChg>
        <pc:spChg chg="del">
          <ac:chgData name="adithya prabakaran" userId="80129b21d1f6d54e" providerId="LiveId" clId="{7CE4D570-2AF0-41CB-8A1E-06C3545AF118}" dt="2026-01-03T00:28:09.869" v="22343" actId="478"/>
          <ac:spMkLst>
            <pc:docMk/>
            <pc:sldMk cId="1189997005" sldId="263"/>
            <ac:spMk id="21" creationId="{B99FE90E-A51B-A1F4-6330-E1C3A3D78988}"/>
          </ac:spMkLst>
        </pc:spChg>
        <pc:spChg chg="del">
          <ac:chgData name="adithya prabakaran" userId="80129b21d1f6d54e" providerId="LiveId" clId="{7CE4D570-2AF0-41CB-8A1E-06C3545AF118}" dt="2026-01-03T00:28:09.869" v="22343" actId="478"/>
          <ac:spMkLst>
            <pc:docMk/>
            <pc:sldMk cId="1189997005" sldId="263"/>
            <ac:spMk id="22" creationId="{8202143D-97F3-C3D5-15D7-D2D41EEB3C32}"/>
          </ac:spMkLst>
        </pc:spChg>
        <pc:spChg chg="add mod">
          <ac:chgData name="adithya prabakaran" userId="80129b21d1f6d54e" providerId="LiveId" clId="{7CE4D570-2AF0-41CB-8A1E-06C3545AF118}" dt="2026-01-03T06:29:29.917" v="23753"/>
          <ac:spMkLst>
            <pc:docMk/>
            <pc:sldMk cId="1189997005" sldId="263"/>
            <ac:spMk id="22" creationId="{A1097AD2-FEDA-E8C3-6BBF-F626E38C1881}"/>
          </ac:spMkLst>
        </pc:spChg>
        <pc:spChg chg="add mod">
          <ac:chgData name="adithya prabakaran" userId="80129b21d1f6d54e" providerId="LiveId" clId="{7CE4D570-2AF0-41CB-8A1E-06C3545AF118}" dt="2026-01-04T22:22:48.466" v="24518" actId="1035"/>
          <ac:spMkLst>
            <pc:docMk/>
            <pc:sldMk cId="1189997005" sldId="263"/>
            <ac:spMk id="23" creationId="{C0F35684-2409-0FA0-5AE5-7AB66CFB1527}"/>
          </ac:spMkLst>
        </pc:spChg>
        <pc:spChg chg="add mod">
          <ac:chgData name="adithya prabakaran" userId="80129b21d1f6d54e" providerId="LiveId" clId="{7CE4D570-2AF0-41CB-8A1E-06C3545AF118}" dt="2026-01-04T22:22:48.466" v="24518" actId="1035"/>
          <ac:spMkLst>
            <pc:docMk/>
            <pc:sldMk cId="1189997005" sldId="263"/>
            <ac:spMk id="24" creationId="{8093FC42-0EFD-3DFC-D243-5AF78E992B6B}"/>
          </ac:spMkLst>
        </pc:spChg>
        <pc:spChg chg="add mod">
          <ac:chgData name="adithya prabakaran" userId="80129b21d1f6d54e" providerId="LiveId" clId="{7CE4D570-2AF0-41CB-8A1E-06C3545AF118}" dt="2026-01-04T22:22:32.053" v="24508" actId="20577"/>
          <ac:spMkLst>
            <pc:docMk/>
            <pc:sldMk cId="1189997005" sldId="263"/>
            <ac:spMk id="25" creationId="{FA242306-71EF-4093-DC56-DCF01821B66B}"/>
          </ac:spMkLst>
        </pc:spChg>
        <pc:spChg chg="add mod">
          <ac:chgData name="adithya prabakaran" userId="80129b21d1f6d54e" providerId="LiveId" clId="{7CE4D570-2AF0-41CB-8A1E-06C3545AF118}" dt="2026-01-04T22:22:48.466" v="24518" actId="1035"/>
          <ac:spMkLst>
            <pc:docMk/>
            <pc:sldMk cId="1189997005" sldId="263"/>
            <ac:spMk id="26" creationId="{3E77181E-AB94-E945-308A-EFC3F97A814B}"/>
          </ac:spMkLst>
        </pc:spChg>
        <pc:spChg chg="add mod">
          <ac:chgData name="adithya prabakaran" userId="80129b21d1f6d54e" providerId="LiveId" clId="{7CE4D570-2AF0-41CB-8A1E-06C3545AF118}" dt="2026-01-04T22:22:48.466" v="24518" actId="1035"/>
          <ac:spMkLst>
            <pc:docMk/>
            <pc:sldMk cId="1189997005" sldId="263"/>
            <ac:spMk id="27" creationId="{40A6D893-7CCD-1C5C-52DA-848DB0E56E21}"/>
          </ac:spMkLst>
        </pc:spChg>
        <pc:spChg chg="add mod">
          <ac:chgData name="adithya prabakaran" userId="80129b21d1f6d54e" providerId="LiveId" clId="{7CE4D570-2AF0-41CB-8A1E-06C3545AF118}" dt="2026-01-04T22:22:48.466" v="24518" actId="1035"/>
          <ac:spMkLst>
            <pc:docMk/>
            <pc:sldMk cId="1189997005" sldId="263"/>
            <ac:spMk id="28" creationId="{F27046F2-1E5B-5E7E-83FB-9E63E692780E}"/>
          </ac:spMkLst>
        </pc:spChg>
        <pc:spChg chg="add mod">
          <ac:chgData name="adithya prabakaran" userId="80129b21d1f6d54e" providerId="LiveId" clId="{7CE4D570-2AF0-41CB-8A1E-06C3545AF118}" dt="2026-01-04T22:39:27.643" v="24818" actId="1036"/>
          <ac:spMkLst>
            <pc:docMk/>
            <pc:sldMk cId="1189997005" sldId="263"/>
            <ac:spMk id="29" creationId="{6CC8DE81-3732-75A4-DE23-D2978DB50B33}"/>
          </ac:spMkLst>
        </pc:spChg>
        <pc:spChg chg="add del mod">
          <ac:chgData name="adithya prabakaran" userId="80129b21d1f6d54e" providerId="LiveId" clId="{7CE4D570-2AF0-41CB-8A1E-06C3545AF118}" dt="2026-01-03T06:35:52.628" v="23851" actId="478"/>
          <ac:spMkLst>
            <pc:docMk/>
            <pc:sldMk cId="1189997005" sldId="263"/>
            <ac:spMk id="32" creationId="{045C3FAB-C394-0C6D-B443-F140AC55EAE0}"/>
          </ac:spMkLst>
        </pc:spChg>
        <pc:spChg chg="add del mod">
          <ac:chgData name="adithya prabakaran" userId="80129b21d1f6d54e" providerId="LiveId" clId="{7CE4D570-2AF0-41CB-8A1E-06C3545AF118}" dt="2026-01-03T00:28:09.869" v="22343" actId="478"/>
          <ac:spMkLst>
            <pc:docMk/>
            <pc:sldMk cId="1189997005" sldId="263"/>
            <ac:spMk id="32" creationId="{5321445D-D7B3-C75B-51D1-2E3DBD4781FC}"/>
          </ac:spMkLst>
        </pc:spChg>
        <pc:spChg chg="add del mod">
          <ac:chgData name="adithya prabakaran" userId="80129b21d1f6d54e" providerId="LiveId" clId="{7CE4D570-2AF0-41CB-8A1E-06C3545AF118}" dt="2026-01-03T06:29:27.259" v="23751" actId="478"/>
          <ac:spMkLst>
            <pc:docMk/>
            <pc:sldMk cId="1189997005" sldId="263"/>
            <ac:spMk id="33" creationId="{09BDF356-6AB7-0E2D-BD45-C0B9D59AEFE6}"/>
          </ac:spMkLst>
        </pc:spChg>
        <pc:spChg chg="add del mod">
          <ac:chgData name="adithya prabakaran" userId="80129b21d1f6d54e" providerId="LiveId" clId="{7CE4D570-2AF0-41CB-8A1E-06C3545AF118}" dt="2026-01-03T06:29:27.259" v="23751" actId="478"/>
          <ac:spMkLst>
            <pc:docMk/>
            <pc:sldMk cId="1189997005" sldId="263"/>
            <ac:spMk id="34" creationId="{829BCBF7-A3AE-FCB8-A991-E7B19A5FE2E0}"/>
          </ac:spMkLst>
        </pc:spChg>
        <pc:spChg chg="add del mod">
          <ac:chgData name="adithya prabakaran" userId="80129b21d1f6d54e" providerId="LiveId" clId="{7CE4D570-2AF0-41CB-8A1E-06C3545AF118}" dt="2026-01-03T06:29:27.259" v="23751" actId="478"/>
          <ac:spMkLst>
            <pc:docMk/>
            <pc:sldMk cId="1189997005" sldId="263"/>
            <ac:spMk id="35" creationId="{CC114B8E-738B-8B20-B12C-AEE111F5AB11}"/>
          </ac:spMkLst>
        </pc:spChg>
        <pc:spChg chg="add mod">
          <ac:chgData name="adithya prabakaran" userId="80129b21d1f6d54e" providerId="LiveId" clId="{7CE4D570-2AF0-41CB-8A1E-06C3545AF118}" dt="2026-01-04T22:22:48.466" v="24518" actId="1035"/>
          <ac:spMkLst>
            <pc:docMk/>
            <pc:sldMk cId="1189997005" sldId="263"/>
            <ac:spMk id="36" creationId="{9DA49F60-0D9B-5121-3887-77561FB6B9FE}"/>
          </ac:spMkLst>
        </pc:spChg>
        <pc:spChg chg="add del mod">
          <ac:chgData name="adithya prabakaran" userId="80129b21d1f6d54e" providerId="LiveId" clId="{7CE4D570-2AF0-41CB-8A1E-06C3545AF118}" dt="2026-01-03T06:29:27.259" v="23751" actId="478"/>
          <ac:spMkLst>
            <pc:docMk/>
            <pc:sldMk cId="1189997005" sldId="263"/>
            <ac:spMk id="39" creationId="{9A50B6DF-C77A-CFA9-31A7-06CADF90CCD8}"/>
          </ac:spMkLst>
        </pc:spChg>
        <pc:spChg chg="del">
          <ac:chgData name="adithya prabakaran" userId="80129b21d1f6d54e" providerId="LiveId" clId="{7CE4D570-2AF0-41CB-8A1E-06C3545AF118}" dt="2026-01-03T06:29:27.259" v="23751" actId="478"/>
          <ac:spMkLst>
            <pc:docMk/>
            <pc:sldMk cId="1189997005" sldId="263"/>
            <ac:spMk id="40" creationId="{B8B15509-AFB0-28FA-2CE8-E99C964224DE}"/>
          </ac:spMkLst>
        </pc:spChg>
        <pc:spChg chg="add mod">
          <ac:chgData name="adithya prabakaran" userId="80129b21d1f6d54e" providerId="LiveId" clId="{7CE4D570-2AF0-41CB-8A1E-06C3545AF118}" dt="2026-01-03T00:28:10.172" v="22344"/>
          <ac:spMkLst>
            <pc:docMk/>
            <pc:sldMk cId="1189997005" sldId="263"/>
            <ac:spMk id="41" creationId="{6A777007-E064-50B6-E662-28951FFA4847}"/>
          </ac:spMkLst>
        </pc:spChg>
        <pc:spChg chg="add del mod">
          <ac:chgData name="adithya prabakaran" userId="80129b21d1f6d54e" providerId="LiveId" clId="{7CE4D570-2AF0-41CB-8A1E-06C3545AF118}" dt="2026-01-03T06:29:27.259" v="23751" actId="478"/>
          <ac:spMkLst>
            <pc:docMk/>
            <pc:sldMk cId="1189997005" sldId="263"/>
            <ac:spMk id="42" creationId="{44733FDA-A550-A1B8-8B86-278125AC1A4A}"/>
          </ac:spMkLst>
        </pc:spChg>
        <pc:spChg chg="add del mod">
          <ac:chgData name="adithya prabakaran" userId="80129b21d1f6d54e" providerId="LiveId" clId="{7CE4D570-2AF0-41CB-8A1E-06C3545AF118}" dt="2026-01-03T06:29:27.259" v="23751" actId="478"/>
          <ac:spMkLst>
            <pc:docMk/>
            <pc:sldMk cId="1189997005" sldId="263"/>
            <ac:spMk id="43" creationId="{ADC30883-DF9D-8366-330C-0EEB1F5224A6}"/>
          </ac:spMkLst>
        </pc:spChg>
        <pc:spChg chg="add mod">
          <ac:chgData name="adithya prabakaran" userId="80129b21d1f6d54e" providerId="LiveId" clId="{7CE4D570-2AF0-41CB-8A1E-06C3545AF118}" dt="2026-01-04T22:15:33.760" v="24178" actId="14100"/>
          <ac:spMkLst>
            <pc:docMk/>
            <pc:sldMk cId="1189997005" sldId="263"/>
            <ac:spMk id="44" creationId="{79FF7AE3-2497-1777-BE89-2C70F1840D8F}"/>
          </ac:spMkLst>
        </pc:spChg>
        <pc:spChg chg="add del mod">
          <ac:chgData name="adithya prabakaran" userId="80129b21d1f6d54e" providerId="LiveId" clId="{7CE4D570-2AF0-41CB-8A1E-06C3545AF118}" dt="2026-01-03T06:29:27.259" v="23751" actId="478"/>
          <ac:spMkLst>
            <pc:docMk/>
            <pc:sldMk cId="1189997005" sldId="263"/>
            <ac:spMk id="46" creationId="{C7C255D5-BF15-BCB8-32D9-8CAB15E3B0EC}"/>
          </ac:spMkLst>
        </pc:spChg>
        <pc:spChg chg="add mod">
          <ac:chgData name="adithya prabakaran" userId="80129b21d1f6d54e" providerId="LiveId" clId="{7CE4D570-2AF0-41CB-8A1E-06C3545AF118}" dt="2026-01-03T00:28:10.172" v="22344"/>
          <ac:spMkLst>
            <pc:docMk/>
            <pc:sldMk cId="1189997005" sldId="263"/>
            <ac:spMk id="47" creationId="{0480A8C3-1258-2809-D9BD-313B5C2CD81F}"/>
          </ac:spMkLst>
        </pc:spChg>
        <pc:spChg chg="add del mod">
          <ac:chgData name="adithya prabakaran" userId="80129b21d1f6d54e" providerId="LiveId" clId="{7CE4D570-2AF0-41CB-8A1E-06C3545AF118}" dt="2026-01-03T06:29:27.259" v="23751" actId="478"/>
          <ac:spMkLst>
            <pc:docMk/>
            <pc:sldMk cId="1189997005" sldId="263"/>
            <ac:spMk id="48" creationId="{5337E756-53F2-0808-E6AD-F3C4EDF3BAED}"/>
          </ac:spMkLst>
        </pc:spChg>
        <pc:spChg chg="del mod">
          <ac:chgData name="adithya prabakaran" userId="80129b21d1f6d54e" providerId="LiveId" clId="{7CE4D570-2AF0-41CB-8A1E-06C3545AF118}" dt="2026-01-03T06:35:52.628" v="23851" actId="478"/>
          <ac:spMkLst>
            <pc:docMk/>
            <pc:sldMk cId="1189997005" sldId="263"/>
            <ac:spMk id="49" creationId="{A4F607FC-CC9B-876F-DFFB-9E483E2D8D6B}"/>
          </ac:spMkLst>
        </pc:spChg>
        <pc:spChg chg="add mod">
          <ac:chgData name="adithya prabakaran" userId="80129b21d1f6d54e" providerId="LiveId" clId="{7CE4D570-2AF0-41CB-8A1E-06C3545AF118}" dt="2026-01-03T06:29:29.917" v="23753"/>
          <ac:spMkLst>
            <pc:docMk/>
            <pc:sldMk cId="1189997005" sldId="263"/>
            <ac:spMk id="51" creationId="{BC9FC2EE-53D5-DE6D-4CF6-E90B8BAB111B}"/>
          </ac:spMkLst>
        </pc:spChg>
        <pc:spChg chg="add mod">
          <ac:chgData name="adithya prabakaran" userId="80129b21d1f6d54e" providerId="LiveId" clId="{7CE4D570-2AF0-41CB-8A1E-06C3545AF118}" dt="2026-01-03T06:29:29.917" v="23753"/>
          <ac:spMkLst>
            <pc:docMk/>
            <pc:sldMk cId="1189997005" sldId="263"/>
            <ac:spMk id="53" creationId="{645D86AE-DE67-2FC8-DD10-1E955D520366}"/>
          </ac:spMkLst>
        </pc:spChg>
        <pc:spChg chg="add mod">
          <ac:chgData name="adithya prabakaran" userId="80129b21d1f6d54e" providerId="LiveId" clId="{7CE4D570-2AF0-41CB-8A1E-06C3545AF118}" dt="2026-01-03T06:29:41.536" v="23754"/>
          <ac:spMkLst>
            <pc:docMk/>
            <pc:sldMk cId="1189997005" sldId="263"/>
            <ac:spMk id="54" creationId="{8AC4A33A-CC30-2FB1-D4D0-39EE6B8643B8}"/>
          </ac:spMkLst>
        </pc:spChg>
        <pc:spChg chg="add del mod">
          <ac:chgData name="adithya prabakaran" userId="80129b21d1f6d54e" providerId="LiveId" clId="{7CE4D570-2AF0-41CB-8A1E-06C3545AF118}" dt="2026-01-03T00:28:09.869" v="22343" actId="478"/>
          <ac:spMkLst>
            <pc:docMk/>
            <pc:sldMk cId="1189997005" sldId="263"/>
            <ac:spMk id="54" creationId="{992C66EA-EDD7-3DB4-627F-C899C2525BB5}"/>
          </ac:spMkLst>
        </pc:spChg>
        <pc:spChg chg="add del mod">
          <ac:chgData name="adithya prabakaran" userId="80129b21d1f6d54e" providerId="LiveId" clId="{7CE4D570-2AF0-41CB-8A1E-06C3545AF118}" dt="2026-01-03T06:29:29.597" v="23752" actId="478"/>
          <ac:spMkLst>
            <pc:docMk/>
            <pc:sldMk cId="1189997005" sldId="263"/>
            <ac:spMk id="55" creationId="{8006419A-19FE-1A1F-EAEE-FF3BDCFE7CB4}"/>
          </ac:spMkLst>
        </pc:spChg>
        <pc:spChg chg="add del mod">
          <ac:chgData name="adithya prabakaran" userId="80129b21d1f6d54e" providerId="LiveId" clId="{7CE4D570-2AF0-41CB-8A1E-06C3545AF118}" dt="2026-01-03T00:04:46.750" v="21506" actId="478"/>
          <ac:spMkLst>
            <pc:docMk/>
            <pc:sldMk cId="1189997005" sldId="263"/>
            <ac:spMk id="56" creationId="{FBE13785-1FE3-D0C8-FC5F-003BBBF13CE1}"/>
          </ac:spMkLst>
        </pc:spChg>
        <pc:picChg chg="add mod">
          <ac:chgData name="adithya prabakaran" userId="80129b21d1f6d54e" providerId="LiveId" clId="{7CE4D570-2AF0-41CB-8A1E-06C3545AF118}" dt="2026-01-04T22:22:48.466" v="24518" actId="1035"/>
          <ac:picMkLst>
            <pc:docMk/>
            <pc:sldMk cId="1189997005" sldId="263"/>
            <ac:picMk id="2050" creationId="{7A673BDB-0A80-1873-4576-423D30CF164C}"/>
          </ac:picMkLst>
        </pc:picChg>
        <pc:picChg chg="add mod">
          <ac:chgData name="adithya prabakaran" userId="80129b21d1f6d54e" providerId="LiveId" clId="{7CE4D570-2AF0-41CB-8A1E-06C3545AF118}" dt="2026-01-04T22:22:48.466" v="24518" actId="1035"/>
          <ac:picMkLst>
            <pc:docMk/>
            <pc:sldMk cId="1189997005" sldId="263"/>
            <ac:picMk id="2052" creationId="{8B2D8BBA-A80F-FBA5-F013-0A6EDC2BF2C5}"/>
          </ac:picMkLst>
        </pc:picChg>
        <pc:picChg chg="add mod">
          <ac:chgData name="adithya prabakaran" userId="80129b21d1f6d54e" providerId="LiveId" clId="{7CE4D570-2AF0-41CB-8A1E-06C3545AF118}" dt="2026-01-04T22:22:48.466" v="24518" actId="1035"/>
          <ac:picMkLst>
            <pc:docMk/>
            <pc:sldMk cId="1189997005" sldId="263"/>
            <ac:picMk id="2054" creationId="{B6863F09-7DFA-0562-DBA6-74CD13E0EE01}"/>
          </ac:picMkLst>
        </pc:picChg>
        <pc:picChg chg="add mod">
          <ac:chgData name="adithya prabakaran" userId="80129b21d1f6d54e" providerId="LiveId" clId="{7CE4D570-2AF0-41CB-8A1E-06C3545AF118}" dt="2026-01-04T22:22:48.466" v="24518" actId="1035"/>
          <ac:picMkLst>
            <pc:docMk/>
            <pc:sldMk cId="1189997005" sldId="263"/>
            <ac:picMk id="2058" creationId="{5E016188-C5E5-B1FA-B7D3-4A006FCD3FD1}"/>
          </ac:picMkLst>
        </pc:picChg>
        <pc:cxnChg chg="add mod">
          <ac:chgData name="adithya prabakaran" userId="80129b21d1f6d54e" providerId="LiveId" clId="{7CE4D570-2AF0-41CB-8A1E-06C3545AF118}" dt="2026-01-02T22:07:46.703" v="21241" actId="1035"/>
          <ac:cxnSpMkLst>
            <pc:docMk/>
            <pc:sldMk cId="1189997005" sldId="263"/>
            <ac:cxnSpMk id="30" creationId="{838A7591-61F5-BE42-E5B7-0BAC686FEF97}"/>
          </ac:cxnSpMkLst>
        </pc:cxnChg>
        <pc:cxnChg chg="add mod">
          <ac:chgData name="adithya prabakaran" userId="80129b21d1f6d54e" providerId="LiveId" clId="{7CE4D570-2AF0-41CB-8A1E-06C3545AF118}" dt="2026-01-04T22:19:28.137" v="24275" actId="1035"/>
          <ac:cxnSpMkLst>
            <pc:docMk/>
            <pc:sldMk cId="1189997005" sldId="263"/>
            <ac:cxnSpMk id="31" creationId="{549973EF-1363-EE1C-0597-0BF3094FF260}"/>
          </ac:cxnSpMkLst>
        </pc:cxnChg>
        <pc:cxnChg chg="add mod">
          <ac:chgData name="adithya prabakaran" userId="80129b21d1f6d54e" providerId="LiveId" clId="{7CE4D570-2AF0-41CB-8A1E-06C3545AF118}" dt="2026-01-02T22:07:46.703" v="21241" actId="1035"/>
          <ac:cxnSpMkLst>
            <pc:docMk/>
            <pc:sldMk cId="1189997005" sldId="263"/>
            <ac:cxnSpMk id="37" creationId="{75324CA1-AD4E-A504-DEE2-9EBF03D4269D}"/>
          </ac:cxnSpMkLst>
        </pc:cxnChg>
        <pc:cxnChg chg="add mod">
          <ac:chgData name="adithya prabakaran" userId="80129b21d1f6d54e" providerId="LiveId" clId="{7CE4D570-2AF0-41CB-8A1E-06C3545AF118}" dt="2026-01-04T22:19:33.424" v="24282" actId="1037"/>
          <ac:cxnSpMkLst>
            <pc:docMk/>
            <pc:sldMk cId="1189997005" sldId="263"/>
            <ac:cxnSpMk id="38" creationId="{10D5739A-3612-8E69-86B0-B83801695114}"/>
          </ac:cxnSpMkLst>
        </pc:cxnChg>
      </pc:sldChg>
      <pc:sldChg chg="addSp delSp modSp add del mod ord">
        <pc:chgData name="adithya prabakaran" userId="80129b21d1f6d54e" providerId="LiveId" clId="{7CE4D570-2AF0-41CB-8A1E-06C3545AF118}" dt="2026-01-03T06:26:02.709" v="23614" actId="47"/>
        <pc:sldMkLst>
          <pc:docMk/>
          <pc:sldMk cId="4204721887" sldId="264"/>
        </pc:sldMkLst>
        <pc:spChg chg="add del mod">
          <ac:chgData name="adithya prabakaran" userId="80129b21d1f6d54e" providerId="LiveId" clId="{7CE4D570-2AF0-41CB-8A1E-06C3545AF118}" dt="2026-01-03T00:28:00.517" v="22341" actId="478"/>
          <ac:spMkLst>
            <pc:docMk/>
            <pc:sldMk cId="4204721887" sldId="264"/>
            <ac:spMk id="4" creationId="{E0B20915-E6A7-BD8D-5F5D-A6B88986A23C}"/>
          </ac:spMkLst>
        </pc:spChg>
        <pc:spChg chg="add mod">
          <ac:chgData name="adithya prabakaran" userId="80129b21d1f6d54e" providerId="LiveId" clId="{7CE4D570-2AF0-41CB-8A1E-06C3545AF118}" dt="2026-01-03T00:28:00.925" v="22342"/>
          <ac:spMkLst>
            <pc:docMk/>
            <pc:sldMk cId="4204721887" sldId="264"/>
            <ac:spMk id="5" creationId="{228085B6-1AD4-8D56-3383-F820C6EA6760}"/>
          </ac:spMkLst>
        </pc:spChg>
        <pc:spChg chg="del">
          <ac:chgData name="adithya prabakaran" userId="80129b21d1f6d54e" providerId="LiveId" clId="{7CE4D570-2AF0-41CB-8A1E-06C3545AF118}" dt="2026-01-03T00:28:00.517" v="22341" actId="478"/>
          <ac:spMkLst>
            <pc:docMk/>
            <pc:sldMk cId="4204721887" sldId="264"/>
            <ac:spMk id="15" creationId="{C0E94633-02CD-387D-0091-76A68B0DEBFC}"/>
          </ac:spMkLst>
        </pc:spChg>
        <pc:spChg chg="del">
          <ac:chgData name="adithya prabakaran" userId="80129b21d1f6d54e" providerId="LiveId" clId="{7CE4D570-2AF0-41CB-8A1E-06C3545AF118}" dt="2026-01-03T00:28:00.517" v="22341" actId="478"/>
          <ac:spMkLst>
            <pc:docMk/>
            <pc:sldMk cId="4204721887" sldId="264"/>
            <ac:spMk id="16" creationId="{056E5D4B-462A-937A-80B1-F0BA5EBDEEBF}"/>
          </ac:spMkLst>
        </pc:spChg>
        <pc:spChg chg="del">
          <ac:chgData name="adithya prabakaran" userId="80129b21d1f6d54e" providerId="LiveId" clId="{7CE4D570-2AF0-41CB-8A1E-06C3545AF118}" dt="2026-01-03T00:28:00.517" v="22341" actId="478"/>
          <ac:spMkLst>
            <pc:docMk/>
            <pc:sldMk cId="4204721887" sldId="264"/>
            <ac:spMk id="17" creationId="{6DA9B7F4-8768-4082-97F7-5AAC411EF51C}"/>
          </ac:spMkLst>
        </pc:spChg>
        <pc:spChg chg="del">
          <ac:chgData name="adithya prabakaran" userId="80129b21d1f6d54e" providerId="LiveId" clId="{7CE4D570-2AF0-41CB-8A1E-06C3545AF118}" dt="2026-01-03T00:28:00.517" v="22341" actId="478"/>
          <ac:spMkLst>
            <pc:docMk/>
            <pc:sldMk cId="4204721887" sldId="264"/>
            <ac:spMk id="18" creationId="{8D91129E-133B-9A8F-FEF6-2E1BB1E9F702}"/>
          </ac:spMkLst>
        </pc:spChg>
        <pc:spChg chg="del">
          <ac:chgData name="adithya prabakaran" userId="80129b21d1f6d54e" providerId="LiveId" clId="{7CE4D570-2AF0-41CB-8A1E-06C3545AF118}" dt="2026-01-03T00:28:00.517" v="22341" actId="478"/>
          <ac:spMkLst>
            <pc:docMk/>
            <pc:sldMk cId="4204721887" sldId="264"/>
            <ac:spMk id="21" creationId="{D3670925-2B82-8E5F-B145-2836BAA9D13A}"/>
          </ac:spMkLst>
        </pc:spChg>
        <pc:spChg chg="del">
          <ac:chgData name="adithya prabakaran" userId="80129b21d1f6d54e" providerId="LiveId" clId="{7CE4D570-2AF0-41CB-8A1E-06C3545AF118}" dt="2026-01-03T00:28:00.517" v="22341" actId="478"/>
          <ac:spMkLst>
            <pc:docMk/>
            <pc:sldMk cId="4204721887" sldId="264"/>
            <ac:spMk id="22" creationId="{181315BC-B442-981A-55F0-9F5A268A37AB}"/>
          </ac:spMkLst>
        </pc:spChg>
        <pc:spChg chg="add mod">
          <ac:chgData name="adithya prabakaran" userId="80129b21d1f6d54e" providerId="LiveId" clId="{7CE4D570-2AF0-41CB-8A1E-06C3545AF118}" dt="2026-01-03T00:28:00.925" v="22342"/>
          <ac:spMkLst>
            <pc:docMk/>
            <pc:sldMk cId="4204721887" sldId="264"/>
            <ac:spMk id="24" creationId="{36BFCCB9-5CB1-78CC-9B71-30B11FC518DE}"/>
          </ac:spMkLst>
        </pc:spChg>
        <pc:spChg chg="add del mod">
          <ac:chgData name="adithya prabakaran" userId="80129b21d1f6d54e" providerId="LiveId" clId="{7CE4D570-2AF0-41CB-8A1E-06C3545AF118}" dt="2026-01-03T00:28:00.517" v="22341" actId="478"/>
          <ac:spMkLst>
            <pc:docMk/>
            <pc:sldMk cId="4204721887" sldId="264"/>
            <ac:spMk id="26" creationId="{E79E87CC-04D6-912E-FFE2-4F7462DB935B}"/>
          </ac:spMkLst>
        </pc:spChg>
        <pc:spChg chg="del mod">
          <ac:chgData name="adithya prabakaran" userId="80129b21d1f6d54e" providerId="LiveId" clId="{7CE4D570-2AF0-41CB-8A1E-06C3545AF118}" dt="2026-01-03T00:28:00.517" v="22341" actId="478"/>
          <ac:spMkLst>
            <pc:docMk/>
            <pc:sldMk cId="4204721887" sldId="264"/>
            <ac:spMk id="27" creationId="{9AE2BE2A-0393-68C7-254F-4CAAF959DABC}"/>
          </ac:spMkLst>
        </pc:spChg>
        <pc:spChg chg="del mod">
          <ac:chgData name="adithya prabakaran" userId="80129b21d1f6d54e" providerId="LiveId" clId="{7CE4D570-2AF0-41CB-8A1E-06C3545AF118}" dt="2026-01-03T00:04:42.054" v="21504" actId="478"/>
          <ac:spMkLst>
            <pc:docMk/>
            <pc:sldMk cId="4204721887" sldId="264"/>
            <ac:spMk id="29" creationId="{4C65485A-F8B8-A3AA-16F4-FDDE4BA3B5CB}"/>
          </ac:spMkLst>
        </pc:spChg>
        <pc:spChg chg="add del mod">
          <ac:chgData name="adithya prabakaran" userId="80129b21d1f6d54e" providerId="LiveId" clId="{7CE4D570-2AF0-41CB-8A1E-06C3545AF118}" dt="2026-01-03T00:28:00.517" v="22341" actId="478"/>
          <ac:spMkLst>
            <pc:docMk/>
            <pc:sldMk cId="4204721887" sldId="264"/>
            <ac:spMk id="35" creationId="{D0734479-F3A4-6707-2367-1BDD6B01ACFF}"/>
          </ac:spMkLst>
        </pc:spChg>
        <pc:spChg chg="add mod">
          <ac:chgData name="adithya prabakaran" userId="80129b21d1f6d54e" providerId="LiveId" clId="{7CE4D570-2AF0-41CB-8A1E-06C3545AF118}" dt="2026-01-03T00:28:00.925" v="22342"/>
          <ac:spMkLst>
            <pc:docMk/>
            <pc:sldMk cId="4204721887" sldId="264"/>
            <ac:spMk id="38" creationId="{B16E42F7-0151-3F89-85E1-968433B109B6}"/>
          </ac:spMkLst>
        </pc:spChg>
        <pc:spChg chg="add mod">
          <ac:chgData name="adithya prabakaran" userId="80129b21d1f6d54e" providerId="LiveId" clId="{7CE4D570-2AF0-41CB-8A1E-06C3545AF118}" dt="2026-01-03T00:28:00.925" v="22342"/>
          <ac:spMkLst>
            <pc:docMk/>
            <pc:sldMk cId="4204721887" sldId="264"/>
            <ac:spMk id="39" creationId="{C730CC6E-7251-748D-7A10-5D32DCE92584}"/>
          </ac:spMkLst>
        </pc:spChg>
        <pc:spChg chg="add mod">
          <ac:chgData name="adithya prabakaran" userId="80129b21d1f6d54e" providerId="LiveId" clId="{7CE4D570-2AF0-41CB-8A1E-06C3545AF118}" dt="2026-01-03T00:28:00.925" v="22342"/>
          <ac:spMkLst>
            <pc:docMk/>
            <pc:sldMk cId="4204721887" sldId="264"/>
            <ac:spMk id="41" creationId="{4E764AF1-36E0-660C-0113-2D6AF25CE884}"/>
          </ac:spMkLst>
        </pc:spChg>
        <pc:spChg chg="add mod">
          <ac:chgData name="adithya prabakaran" userId="80129b21d1f6d54e" providerId="LiveId" clId="{7CE4D570-2AF0-41CB-8A1E-06C3545AF118}" dt="2026-01-03T00:28:00.925" v="22342"/>
          <ac:spMkLst>
            <pc:docMk/>
            <pc:sldMk cId="4204721887" sldId="264"/>
            <ac:spMk id="43" creationId="{6AC2E8C7-7C02-16DF-1492-CF1DD1C88FAF}"/>
          </ac:spMkLst>
        </pc:spChg>
        <pc:spChg chg="add mod">
          <ac:chgData name="adithya prabakaran" userId="80129b21d1f6d54e" providerId="LiveId" clId="{7CE4D570-2AF0-41CB-8A1E-06C3545AF118}" dt="2026-01-03T00:28:00.925" v="22342"/>
          <ac:spMkLst>
            <pc:docMk/>
            <pc:sldMk cId="4204721887" sldId="264"/>
            <ac:spMk id="44" creationId="{86359743-DCA8-DE52-A3FC-0D5B41A58457}"/>
          </ac:spMkLst>
        </pc:spChg>
        <pc:spChg chg="add mod">
          <ac:chgData name="adithya prabakaran" userId="80129b21d1f6d54e" providerId="LiveId" clId="{7CE4D570-2AF0-41CB-8A1E-06C3545AF118}" dt="2026-01-03T00:28:00.925" v="22342"/>
          <ac:spMkLst>
            <pc:docMk/>
            <pc:sldMk cId="4204721887" sldId="264"/>
            <ac:spMk id="45" creationId="{969EA780-EEAB-BAA7-75A4-066A9F893FD6}"/>
          </ac:spMkLst>
        </pc:spChg>
        <pc:spChg chg="add mod">
          <ac:chgData name="adithya prabakaran" userId="80129b21d1f6d54e" providerId="LiveId" clId="{7CE4D570-2AF0-41CB-8A1E-06C3545AF118}" dt="2026-01-03T00:28:00.925" v="22342"/>
          <ac:spMkLst>
            <pc:docMk/>
            <pc:sldMk cId="4204721887" sldId="264"/>
            <ac:spMk id="46" creationId="{EDC231DE-800C-57C7-595D-23740791CD60}"/>
          </ac:spMkLst>
        </pc:spChg>
        <pc:spChg chg="add mod">
          <ac:chgData name="adithya prabakaran" userId="80129b21d1f6d54e" providerId="LiveId" clId="{7CE4D570-2AF0-41CB-8A1E-06C3545AF118}" dt="2026-01-03T00:28:00.925" v="22342"/>
          <ac:spMkLst>
            <pc:docMk/>
            <pc:sldMk cId="4204721887" sldId="264"/>
            <ac:spMk id="47" creationId="{130A0594-9AFF-8AAF-9749-6A76F3E0650D}"/>
          </ac:spMkLst>
        </pc:spChg>
        <pc:picChg chg="add mod">
          <ac:chgData name="adithya prabakaran" userId="80129b21d1f6d54e" providerId="LiveId" clId="{7CE4D570-2AF0-41CB-8A1E-06C3545AF118}" dt="2026-01-03T05:52:23.052" v="22461"/>
          <ac:picMkLst>
            <pc:docMk/>
            <pc:sldMk cId="4204721887" sldId="264"/>
            <ac:picMk id="4" creationId="{3A5ED408-2C32-3115-D320-99F775B3976A}"/>
          </ac:picMkLst>
        </pc:picChg>
      </pc:sldChg>
      <pc:sldChg chg="delSp modSp add mod">
        <pc:chgData name="adithya prabakaran" userId="80129b21d1f6d54e" providerId="LiveId" clId="{7CE4D570-2AF0-41CB-8A1E-06C3545AF118}" dt="2026-01-03T17:05:08.317" v="24075" actId="6549"/>
        <pc:sldMkLst>
          <pc:docMk/>
          <pc:sldMk cId="2726874322" sldId="265"/>
        </pc:sldMkLst>
        <pc:spChg chg="mod">
          <ac:chgData name="adithya prabakaran" userId="80129b21d1f6d54e" providerId="LiveId" clId="{7CE4D570-2AF0-41CB-8A1E-06C3545AF118}" dt="2025-12-30T01:26:13.277" v="14771" actId="20577"/>
          <ac:spMkLst>
            <pc:docMk/>
            <pc:sldMk cId="2726874322" sldId="265"/>
            <ac:spMk id="2" creationId="{EAD986C5-1E70-088A-90AE-B321220E9897}"/>
          </ac:spMkLst>
        </pc:spChg>
        <pc:spChg chg="mod">
          <ac:chgData name="adithya prabakaran" userId="80129b21d1f6d54e" providerId="LiveId" clId="{7CE4D570-2AF0-41CB-8A1E-06C3545AF118}" dt="2026-01-01T17:06:32.266" v="20904" actId="20577"/>
          <ac:spMkLst>
            <pc:docMk/>
            <pc:sldMk cId="2726874322" sldId="265"/>
            <ac:spMk id="5" creationId="{0841CE98-154B-6303-2DE4-7599CDC86885}"/>
          </ac:spMkLst>
        </pc:spChg>
        <pc:spChg chg="mod">
          <ac:chgData name="adithya prabakaran" userId="80129b21d1f6d54e" providerId="LiveId" clId="{7CE4D570-2AF0-41CB-8A1E-06C3545AF118}" dt="2025-12-30T01:23:17.494" v="14735" actId="1036"/>
          <ac:spMkLst>
            <pc:docMk/>
            <pc:sldMk cId="2726874322" sldId="265"/>
            <ac:spMk id="6" creationId="{EC6B0847-D36D-A18E-5FBF-B9CA94620C36}"/>
          </ac:spMkLst>
        </pc:spChg>
        <pc:spChg chg="mod">
          <ac:chgData name="adithya prabakaran" userId="80129b21d1f6d54e" providerId="LiveId" clId="{7CE4D570-2AF0-41CB-8A1E-06C3545AF118}" dt="2026-01-03T17:05:08.317" v="24075" actId="6549"/>
          <ac:spMkLst>
            <pc:docMk/>
            <pc:sldMk cId="2726874322" sldId="265"/>
            <ac:spMk id="8" creationId="{0FD4C313-2719-9203-CEE1-59795CA7C275}"/>
          </ac:spMkLst>
        </pc:spChg>
        <pc:spChg chg="mod">
          <ac:chgData name="adithya prabakaran" userId="80129b21d1f6d54e" providerId="LiveId" clId="{7CE4D570-2AF0-41CB-8A1E-06C3545AF118}" dt="2025-12-30T01:16:53.018" v="14608" actId="21"/>
          <ac:spMkLst>
            <pc:docMk/>
            <pc:sldMk cId="2726874322" sldId="265"/>
            <ac:spMk id="16" creationId="{9B5668D4-8301-CA8E-DC7C-1C8F04EB7500}"/>
          </ac:spMkLst>
        </pc:spChg>
      </pc:sldChg>
      <pc:sldChg chg="addSp delSp modSp add mod">
        <pc:chgData name="adithya prabakaran" userId="80129b21d1f6d54e" providerId="LiveId" clId="{7CE4D570-2AF0-41CB-8A1E-06C3545AF118}" dt="2026-01-04T22:14:36.354" v="24177" actId="20577"/>
        <pc:sldMkLst>
          <pc:docMk/>
          <pc:sldMk cId="2643114938" sldId="266"/>
        </pc:sldMkLst>
        <pc:spChg chg="mod">
          <ac:chgData name="adithya prabakaran" userId="80129b21d1f6d54e" providerId="LiveId" clId="{7CE4D570-2AF0-41CB-8A1E-06C3545AF118}" dt="2026-01-03T06:28:02.296" v="23663" actId="1035"/>
          <ac:spMkLst>
            <pc:docMk/>
            <pc:sldMk cId="2643114938" sldId="266"/>
            <ac:spMk id="5" creationId="{66236D77-7EAB-FBD3-6976-FA790BEB5F38}"/>
          </ac:spMkLst>
        </pc:spChg>
        <pc:spChg chg="mod">
          <ac:chgData name="adithya prabakaran" userId="80129b21d1f6d54e" providerId="LiveId" clId="{7CE4D570-2AF0-41CB-8A1E-06C3545AF118}" dt="2026-01-03T06:27:55.523" v="23643" actId="1035"/>
          <ac:spMkLst>
            <pc:docMk/>
            <pc:sldMk cId="2643114938" sldId="266"/>
            <ac:spMk id="11" creationId="{CEBA50FE-D50E-856F-E657-2F1449DADD16}"/>
          </ac:spMkLst>
        </pc:spChg>
        <pc:spChg chg="mod">
          <ac:chgData name="adithya prabakaran" userId="80129b21d1f6d54e" providerId="LiveId" clId="{7CE4D570-2AF0-41CB-8A1E-06C3545AF118}" dt="2026-01-03T06:27:55.523" v="23643" actId="1035"/>
          <ac:spMkLst>
            <pc:docMk/>
            <pc:sldMk cId="2643114938" sldId="266"/>
            <ac:spMk id="12" creationId="{99E004D3-66FD-E438-53BB-D8B7D9E00A10}"/>
          </ac:spMkLst>
        </pc:spChg>
        <pc:spChg chg="mod">
          <ac:chgData name="adithya prabakaran" userId="80129b21d1f6d54e" providerId="LiveId" clId="{7CE4D570-2AF0-41CB-8A1E-06C3545AF118}" dt="2026-01-03T06:27:44.572" v="23634" actId="1038"/>
          <ac:spMkLst>
            <pc:docMk/>
            <pc:sldMk cId="2643114938" sldId="266"/>
            <ac:spMk id="13" creationId="{153EE0E5-B363-BA09-1ABA-33AA1505DECC}"/>
          </ac:spMkLst>
        </pc:spChg>
        <pc:spChg chg="mod">
          <ac:chgData name="adithya prabakaran" userId="80129b21d1f6d54e" providerId="LiveId" clId="{7CE4D570-2AF0-41CB-8A1E-06C3545AF118}" dt="2026-01-03T06:27:44.572" v="23634" actId="1038"/>
          <ac:spMkLst>
            <pc:docMk/>
            <pc:sldMk cId="2643114938" sldId="266"/>
            <ac:spMk id="14" creationId="{EC846FF4-6EC1-C3DE-713B-F0D1F5682436}"/>
          </ac:spMkLst>
        </pc:spChg>
        <pc:spChg chg="add mod">
          <ac:chgData name="adithya prabakaran" userId="80129b21d1f6d54e" providerId="LiveId" clId="{7CE4D570-2AF0-41CB-8A1E-06C3545AF118}" dt="2026-01-03T06:35:47.946" v="23850"/>
          <ac:spMkLst>
            <pc:docMk/>
            <pc:sldMk cId="2643114938" sldId="266"/>
            <ac:spMk id="16" creationId="{61121A9B-EB07-B29B-8FA1-17FE1F6093E3}"/>
          </ac:spMkLst>
        </pc:spChg>
        <pc:spChg chg="add mod">
          <ac:chgData name="adithya prabakaran" userId="80129b21d1f6d54e" providerId="LiveId" clId="{7CE4D570-2AF0-41CB-8A1E-06C3545AF118}" dt="2026-01-04T22:13:34.482" v="24161" actId="20577"/>
          <ac:spMkLst>
            <pc:docMk/>
            <pc:sldMk cId="2643114938" sldId="266"/>
            <ac:spMk id="17" creationId="{12BAF328-03D8-F0FE-5997-C7097BC23F18}"/>
          </ac:spMkLst>
        </pc:spChg>
        <pc:spChg chg="add mod">
          <ac:chgData name="adithya prabakaran" userId="80129b21d1f6d54e" providerId="LiveId" clId="{7CE4D570-2AF0-41CB-8A1E-06C3545AF118}" dt="2026-01-03T06:27:44.572" v="23634" actId="1038"/>
          <ac:spMkLst>
            <pc:docMk/>
            <pc:sldMk cId="2643114938" sldId="266"/>
            <ac:spMk id="18" creationId="{2B455E9F-C3EB-3DA7-EDE2-0B9BEC9B64BC}"/>
          </ac:spMkLst>
        </pc:spChg>
        <pc:spChg chg="mod">
          <ac:chgData name="adithya prabakaran" userId="80129b21d1f6d54e" providerId="LiveId" clId="{7CE4D570-2AF0-41CB-8A1E-06C3545AF118}" dt="2026-01-03T06:28:02.296" v="23663" actId="1035"/>
          <ac:spMkLst>
            <pc:docMk/>
            <pc:sldMk cId="2643114938" sldId="266"/>
            <ac:spMk id="19" creationId="{DCBA1FAA-0371-67D6-BEA3-C1152DC4427B}"/>
          </ac:spMkLst>
        </pc:spChg>
        <pc:spChg chg="mod">
          <ac:chgData name="adithya prabakaran" userId="80129b21d1f6d54e" providerId="LiveId" clId="{7CE4D570-2AF0-41CB-8A1E-06C3545AF118}" dt="2026-01-03T06:24:17.516" v="23521" actId="1035"/>
          <ac:spMkLst>
            <pc:docMk/>
            <pc:sldMk cId="2643114938" sldId="266"/>
            <ac:spMk id="23" creationId="{280B3BCC-2DF8-A8B4-C341-8D458B448E02}"/>
          </ac:spMkLst>
        </pc:spChg>
        <pc:spChg chg="mod">
          <ac:chgData name="adithya prabakaran" userId="80129b21d1f6d54e" providerId="LiveId" clId="{7CE4D570-2AF0-41CB-8A1E-06C3545AF118}" dt="2026-01-03T06:28:44.501" v="23730" actId="14100"/>
          <ac:spMkLst>
            <pc:docMk/>
            <pc:sldMk cId="2643114938" sldId="266"/>
            <ac:spMk id="24" creationId="{7734D388-BF22-66D1-F04A-F72E234C871A}"/>
          </ac:spMkLst>
        </pc:spChg>
        <pc:spChg chg="mod">
          <ac:chgData name="adithya prabakaran" userId="80129b21d1f6d54e" providerId="LiveId" clId="{7CE4D570-2AF0-41CB-8A1E-06C3545AF118}" dt="2026-01-03T06:27:44.572" v="23634" actId="1038"/>
          <ac:spMkLst>
            <pc:docMk/>
            <pc:sldMk cId="2643114938" sldId="266"/>
            <ac:spMk id="25" creationId="{FAF40D8C-9A94-1882-6E5A-9162A1E65F25}"/>
          </ac:spMkLst>
        </pc:spChg>
        <pc:spChg chg="add mod">
          <ac:chgData name="adithya prabakaran" userId="80129b21d1f6d54e" providerId="LiveId" clId="{7CE4D570-2AF0-41CB-8A1E-06C3545AF118}" dt="2026-01-03T06:30:02.023" v="23765"/>
          <ac:spMkLst>
            <pc:docMk/>
            <pc:sldMk cId="2643114938" sldId="266"/>
            <ac:spMk id="26" creationId="{7F101C32-3779-1B0E-D276-537EE26AC947}"/>
          </ac:spMkLst>
        </pc:spChg>
        <pc:spChg chg="add mod">
          <ac:chgData name="adithya prabakaran" userId="80129b21d1f6d54e" providerId="LiveId" clId="{7CE4D570-2AF0-41CB-8A1E-06C3545AF118}" dt="2026-01-03T06:36:26.502" v="23889" actId="120"/>
          <ac:spMkLst>
            <pc:docMk/>
            <pc:sldMk cId="2643114938" sldId="266"/>
            <ac:spMk id="27" creationId="{1306D447-D08C-9812-ECE7-031C518E5F8A}"/>
          </ac:spMkLst>
        </pc:spChg>
        <pc:spChg chg="mod">
          <ac:chgData name="adithya prabakaran" userId="80129b21d1f6d54e" providerId="LiveId" clId="{7CE4D570-2AF0-41CB-8A1E-06C3545AF118}" dt="2026-01-03T06:28:49.185" v="23744" actId="1035"/>
          <ac:spMkLst>
            <pc:docMk/>
            <pc:sldMk cId="2643114938" sldId="266"/>
            <ac:spMk id="28" creationId="{9A440758-F423-62A5-DA31-1887C87DFFCB}"/>
          </ac:spMkLst>
        </pc:spChg>
        <pc:spChg chg="mod">
          <ac:chgData name="adithya prabakaran" userId="80129b21d1f6d54e" providerId="LiveId" clId="{7CE4D570-2AF0-41CB-8A1E-06C3545AF118}" dt="2026-01-03T06:27:44.572" v="23634" actId="1038"/>
          <ac:spMkLst>
            <pc:docMk/>
            <pc:sldMk cId="2643114938" sldId="266"/>
            <ac:spMk id="30" creationId="{0586F6C5-FB36-D952-500E-6ED5ED99D826}"/>
          </ac:spMkLst>
        </pc:spChg>
        <pc:spChg chg="mod">
          <ac:chgData name="adithya prabakaran" userId="80129b21d1f6d54e" providerId="LiveId" clId="{7CE4D570-2AF0-41CB-8A1E-06C3545AF118}" dt="2026-01-03T06:27:44.572" v="23634" actId="1038"/>
          <ac:spMkLst>
            <pc:docMk/>
            <pc:sldMk cId="2643114938" sldId="266"/>
            <ac:spMk id="31" creationId="{B3FB2844-1893-3F85-B985-297218D598BB}"/>
          </ac:spMkLst>
        </pc:spChg>
        <pc:spChg chg="mod">
          <ac:chgData name="adithya prabakaran" userId="80129b21d1f6d54e" providerId="LiveId" clId="{7CE4D570-2AF0-41CB-8A1E-06C3545AF118}" dt="2026-01-03T06:27:44.572" v="23634" actId="1038"/>
          <ac:spMkLst>
            <pc:docMk/>
            <pc:sldMk cId="2643114938" sldId="266"/>
            <ac:spMk id="32" creationId="{A12E77D1-2D88-488D-76DC-ECF08A4F9A00}"/>
          </ac:spMkLst>
        </pc:spChg>
        <pc:spChg chg="mod">
          <ac:chgData name="adithya prabakaran" userId="80129b21d1f6d54e" providerId="LiveId" clId="{7CE4D570-2AF0-41CB-8A1E-06C3545AF118}" dt="2026-01-03T06:27:44.572" v="23634" actId="1038"/>
          <ac:spMkLst>
            <pc:docMk/>
            <pc:sldMk cId="2643114938" sldId="266"/>
            <ac:spMk id="33" creationId="{9CBA164B-2C3B-C932-DA6E-170B899DAE37}"/>
          </ac:spMkLst>
        </pc:spChg>
        <pc:spChg chg="mod">
          <ac:chgData name="adithya prabakaran" userId="80129b21d1f6d54e" providerId="LiveId" clId="{7CE4D570-2AF0-41CB-8A1E-06C3545AF118}" dt="2026-01-04T22:14:36.354" v="24177" actId="20577"/>
          <ac:spMkLst>
            <pc:docMk/>
            <pc:sldMk cId="2643114938" sldId="266"/>
            <ac:spMk id="34" creationId="{8A4809E5-FA94-AF27-78B2-171A968FCEE1}"/>
          </ac:spMkLst>
        </pc:spChg>
        <pc:spChg chg="del">
          <ac:chgData name="adithya prabakaran" userId="80129b21d1f6d54e" providerId="LiveId" clId="{7CE4D570-2AF0-41CB-8A1E-06C3545AF118}" dt="2026-01-03T06:30:01.461" v="23764" actId="478"/>
          <ac:spMkLst>
            <pc:docMk/>
            <pc:sldMk cId="2643114938" sldId="266"/>
            <ac:spMk id="38" creationId="{B69530FE-F60E-E748-684E-084B14F99EC3}"/>
          </ac:spMkLst>
        </pc:spChg>
        <pc:spChg chg="mod">
          <ac:chgData name="adithya prabakaran" userId="80129b21d1f6d54e" providerId="LiveId" clId="{7CE4D570-2AF0-41CB-8A1E-06C3545AF118}" dt="2026-01-03T06:28:33.369" v="23729" actId="1035"/>
          <ac:spMkLst>
            <pc:docMk/>
            <pc:sldMk cId="2643114938" sldId="266"/>
            <ac:spMk id="39" creationId="{35F07E88-25CF-233D-CC57-9B5F6BF722F0}"/>
          </ac:spMkLst>
        </pc:spChg>
        <pc:spChg chg="mod">
          <ac:chgData name="adithya prabakaran" userId="80129b21d1f6d54e" providerId="LiveId" clId="{7CE4D570-2AF0-41CB-8A1E-06C3545AF118}" dt="2026-01-03T06:27:44.572" v="23634" actId="1038"/>
          <ac:spMkLst>
            <pc:docMk/>
            <pc:sldMk cId="2643114938" sldId="266"/>
            <ac:spMk id="40" creationId="{98463773-552B-41A0-F975-18C71BFA5315}"/>
          </ac:spMkLst>
        </pc:spChg>
        <pc:spChg chg="mod">
          <ac:chgData name="adithya prabakaran" userId="80129b21d1f6d54e" providerId="LiveId" clId="{7CE4D570-2AF0-41CB-8A1E-06C3545AF118}" dt="2026-01-03T06:28:33.369" v="23729" actId="1035"/>
          <ac:spMkLst>
            <pc:docMk/>
            <pc:sldMk cId="2643114938" sldId="266"/>
            <ac:spMk id="41" creationId="{CA1E1E5B-5023-256F-E265-FE583D41D30E}"/>
          </ac:spMkLst>
        </pc:spChg>
        <pc:spChg chg="del mod">
          <ac:chgData name="adithya prabakaran" userId="80129b21d1f6d54e" providerId="LiveId" clId="{7CE4D570-2AF0-41CB-8A1E-06C3545AF118}" dt="2026-01-03T06:35:47.725" v="23849" actId="478"/>
          <ac:spMkLst>
            <pc:docMk/>
            <pc:sldMk cId="2643114938" sldId="266"/>
            <ac:spMk id="42" creationId="{7BAFAE2D-6BDA-44F7-6A1B-3C711311D87E}"/>
          </ac:spMkLst>
        </pc:spChg>
        <pc:spChg chg="del mod">
          <ac:chgData name="adithya prabakaran" userId="80129b21d1f6d54e" providerId="LiveId" clId="{7CE4D570-2AF0-41CB-8A1E-06C3545AF118}" dt="2026-01-03T06:35:47.725" v="23849" actId="478"/>
          <ac:spMkLst>
            <pc:docMk/>
            <pc:sldMk cId="2643114938" sldId="266"/>
            <ac:spMk id="43" creationId="{8377F363-D02F-53A8-94DF-3821F4B6284C}"/>
          </ac:spMkLst>
        </pc:spChg>
        <pc:spChg chg="mod">
          <ac:chgData name="adithya prabakaran" userId="80129b21d1f6d54e" providerId="LiveId" clId="{7CE4D570-2AF0-41CB-8A1E-06C3545AF118}" dt="2026-01-03T06:28:25.035" v="23719" actId="1036"/>
          <ac:spMkLst>
            <pc:docMk/>
            <pc:sldMk cId="2643114938" sldId="266"/>
            <ac:spMk id="44" creationId="{2FC682F7-D9F6-7E3E-03A7-B145DD06E4D0}"/>
          </ac:spMkLst>
        </pc:spChg>
        <pc:spChg chg="mod">
          <ac:chgData name="adithya prabakaran" userId="80129b21d1f6d54e" providerId="LiveId" clId="{7CE4D570-2AF0-41CB-8A1E-06C3545AF118}" dt="2026-01-03T06:28:25.035" v="23719" actId="1036"/>
          <ac:spMkLst>
            <pc:docMk/>
            <pc:sldMk cId="2643114938" sldId="266"/>
            <ac:spMk id="45" creationId="{197F1485-FD0E-0439-6C8E-51678166382B}"/>
          </ac:spMkLst>
        </pc:spChg>
        <pc:picChg chg="mod">
          <ac:chgData name="adithya prabakaran" userId="80129b21d1f6d54e" providerId="LiveId" clId="{7CE4D570-2AF0-41CB-8A1E-06C3545AF118}" dt="2026-01-03T06:24:17.516" v="23521" actId="1035"/>
          <ac:picMkLst>
            <pc:docMk/>
            <pc:sldMk cId="2643114938" sldId="266"/>
            <ac:picMk id="2" creationId="{5C74625D-820C-609B-9EF3-4ABC86A60286}"/>
          </ac:picMkLst>
        </pc:picChg>
        <pc:picChg chg="mod">
          <ac:chgData name="adithya prabakaran" userId="80129b21d1f6d54e" providerId="LiveId" clId="{7CE4D570-2AF0-41CB-8A1E-06C3545AF118}" dt="2026-01-03T06:24:27.665" v="23536" actId="1038"/>
          <ac:picMkLst>
            <pc:docMk/>
            <pc:sldMk cId="2643114938" sldId="266"/>
            <ac:picMk id="3" creationId="{8C1B74EC-08CF-1644-58B9-B796936DD6FC}"/>
          </ac:picMkLst>
        </pc:picChg>
        <pc:picChg chg="add mod">
          <ac:chgData name="adithya prabakaran" userId="80129b21d1f6d54e" providerId="LiveId" clId="{7CE4D570-2AF0-41CB-8A1E-06C3545AF118}" dt="2026-01-03T06:24:17.516" v="23521" actId="1035"/>
          <ac:picMkLst>
            <pc:docMk/>
            <pc:sldMk cId="2643114938" sldId="266"/>
            <ac:picMk id="4" creationId="{8D3A794E-7EC9-58AF-2851-7C5B5E6AA1BF}"/>
          </ac:picMkLst>
        </pc:picChg>
        <pc:picChg chg="add mod">
          <ac:chgData name="adithya prabakaran" userId="80129b21d1f6d54e" providerId="LiveId" clId="{7CE4D570-2AF0-41CB-8A1E-06C3545AF118}" dt="2026-01-03T06:24:02.220" v="23516" actId="1035"/>
          <ac:picMkLst>
            <pc:docMk/>
            <pc:sldMk cId="2643114938" sldId="266"/>
            <ac:picMk id="15" creationId="{460FD765-28CA-673C-2E78-7DC194D1DF9D}"/>
          </ac:picMkLst>
        </pc:picChg>
        <pc:picChg chg="add del mod">
          <ac:chgData name="adithya prabakaran" userId="80129b21d1f6d54e" providerId="LiveId" clId="{7CE4D570-2AF0-41CB-8A1E-06C3545AF118}" dt="2026-01-03T06:15:35.308" v="23216" actId="478"/>
          <ac:picMkLst>
            <pc:docMk/>
            <pc:sldMk cId="2643114938" sldId="266"/>
            <ac:picMk id="16" creationId="{DF09E685-59E8-64A2-E41D-AEFF6F6474D6}"/>
          </ac:picMkLst>
        </pc:picChg>
        <pc:picChg chg="mod">
          <ac:chgData name="adithya prabakaran" userId="80129b21d1f6d54e" providerId="LiveId" clId="{7CE4D570-2AF0-41CB-8A1E-06C3545AF118}" dt="2026-01-03T06:24:17.516" v="23521" actId="1035"/>
          <ac:picMkLst>
            <pc:docMk/>
            <pc:sldMk cId="2643114938" sldId="266"/>
            <ac:picMk id="20" creationId="{C0EBAD59-7B2F-CBDE-0C06-B1238F7D0010}"/>
          </ac:picMkLst>
        </pc:picChg>
        <pc:picChg chg="add mod">
          <ac:chgData name="adithya prabakaran" userId="80129b21d1f6d54e" providerId="LiveId" clId="{7CE4D570-2AF0-41CB-8A1E-06C3545AF118}" dt="2026-01-04T22:13:28.771" v="24159" actId="1038"/>
          <ac:picMkLst>
            <pc:docMk/>
            <pc:sldMk cId="2643114938" sldId="266"/>
            <ac:picMk id="21" creationId="{ED1C3982-FF63-47EC-58C6-1487FD961648}"/>
          </ac:picMkLst>
        </pc:picChg>
        <pc:picChg chg="add mod">
          <ac:chgData name="adithya prabakaran" userId="80129b21d1f6d54e" providerId="LiveId" clId="{7CE4D570-2AF0-41CB-8A1E-06C3545AF118}" dt="2026-01-04T22:13:24.001" v="24149" actId="1037"/>
          <ac:picMkLst>
            <pc:docMk/>
            <pc:sldMk cId="2643114938" sldId="266"/>
            <ac:picMk id="22" creationId="{3DD6898B-FD02-E0EC-41B0-061899AA79D8}"/>
          </ac:picMkLst>
        </pc:picChg>
        <pc:picChg chg="mod">
          <ac:chgData name="adithya prabakaran" userId="80129b21d1f6d54e" providerId="LiveId" clId="{7CE4D570-2AF0-41CB-8A1E-06C3545AF118}" dt="2026-01-03T06:07:33.227" v="23078" actId="1076"/>
          <ac:picMkLst>
            <pc:docMk/>
            <pc:sldMk cId="2643114938" sldId="266"/>
            <ac:picMk id="36" creationId="{FED0E36B-8278-007E-2AC6-17DC2EA0F713}"/>
          </ac:picMkLst>
        </pc:picChg>
        <pc:picChg chg="mod">
          <ac:chgData name="adithya prabakaran" userId="80129b21d1f6d54e" providerId="LiveId" clId="{7CE4D570-2AF0-41CB-8A1E-06C3545AF118}" dt="2026-01-03T06:23:10.742" v="23454" actId="14100"/>
          <ac:picMkLst>
            <pc:docMk/>
            <pc:sldMk cId="2643114938" sldId="266"/>
            <ac:picMk id="37" creationId="{49AF3EAA-8DCE-961E-559B-904E7021CB7D}"/>
          </ac:picMkLst>
        </pc:picChg>
        <pc:picChg chg="mod">
          <ac:chgData name="adithya prabakaran" userId="80129b21d1f6d54e" providerId="LiveId" clId="{7CE4D570-2AF0-41CB-8A1E-06C3545AF118}" dt="2026-01-03T06:07:16.474" v="23061" actId="1035"/>
          <ac:picMkLst>
            <pc:docMk/>
            <pc:sldMk cId="2643114938" sldId="266"/>
            <ac:picMk id="1026" creationId="{AD87D648-F93B-0373-4531-4DDC0F525294}"/>
          </ac:picMkLst>
        </pc:picChg>
        <pc:picChg chg="mod">
          <ac:chgData name="adithya prabakaran" userId="80129b21d1f6d54e" providerId="LiveId" clId="{7CE4D570-2AF0-41CB-8A1E-06C3545AF118}" dt="2026-01-03T06:07:07.658" v="23045" actId="1035"/>
          <ac:picMkLst>
            <pc:docMk/>
            <pc:sldMk cId="2643114938" sldId="266"/>
            <ac:picMk id="1028" creationId="{78C9FB3D-A6EB-C822-A74C-66020A1CC424}"/>
          </ac:picMkLst>
        </pc:picChg>
        <pc:picChg chg="mod">
          <ac:chgData name="adithya prabakaran" userId="80129b21d1f6d54e" providerId="LiveId" clId="{7CE4D570-2AF0-41CB-8A1E-06C3545AF118}" dt="2026-01-03T05:52:55.644" v="22466" actId="1076"/>
          <ac:picMkLst>
            <pc:docMk/>
            <pc:sldMk cId="2643114938" sldId="266"/>
            <ac:picMk id="1030" creationId="{43979CFF-77EE-C902-271E-09D5B08D0788}"/>
          </ac:picMkLst>
        </pc:picChg>
        <pc:picChg chg="mod">
          <ac:chgData name="adithya prabakaran" userId="80129b21d1f6d54e" providerId="LiveId" clId="{7CE4D570-2AF0-41CB-8A1E-06C3545AF118}" dt="2026-01-03T06:07:19.909" v="23075" actId="1036"/>
          <ac:picMkLst>
            <pc:docMk/>
            <pc:sldMk cId="2643114938" sldId="266"/>
            <ac:picMk id="1032" creationId="{94EFCD45-FE02-D260-E8CA-E19D94762DDA}"/>
          </ac:picMkLst>
        </pc:picChg>
        <pc:picChg chg="mod">
          <ac:chgData name="adithya prabakaran" userId="80129b21d1f6d54e" providerId="LiveId" clId="{7CE4D570-2AF0-41CB-8A1E-06C3545AF118}" dt="2026-01-03T06:24:17.516" v="23521" actId="1035"/>
          <ac:picMkLst>
            <pc:docMk/>
            <pc:sldMk cId="2643114938" sldId="266"/>
            <ac:picMk id="1034" creationId="{B043A13C-466C-5DC0-69CA-82850F8A8D58}"/>
          </ac:picMkLst>
        </pc:picChg>
        <pc:picChg chg="del mod">
          <ac:chgData name="adithya prabakaran" userId="80129b21d1f6d54e" providerId="LiveId" clId="{7CE4D570-2AF0-41CB-8A1E-06C3545AF118}" dt="2026-01-03T05:58:41.757" v="22651" actId="478"/>
          <ac:picMkLst>
            <pc:docMk/>
            <pc:sldMk cId="2643114938" sldId="266"/>
            <ac:picMk id="1044" creationId="{14DFD7BB-505C-63DF-C8B6-75C84613470C}"/>
          </ac:picMkLst>
        </pc:picChg>
        <pc:picChg chg="mod">
          <ac:chgData name="adithya prabakaran" userId="80129b21d1f6d54e" providerId="LiveId" clId="{7CE4D570-2AF0-41CB-8A1E-06C3545AF118}" dt="2026-01-03T06:24:02.220" v="23516" actId="1035"/>
          <ac:picMkLst>
            <pc:docMk/>
            <pc:sldMk cId="2643114938" sldId="266"/>
            <ac:picMk id="1050" creationId="{1DA3F7EA-7117-6950-3A0B-237C2F5FBC20}"/>
          </ac:picMkLst>
        </pc:picChg>
        <pc:picChg chg="mod">
          <ac:chgData name="adithya prabakaran" userId="80129b21d1f6d54e" providerId="LiveId" clId="{7CE4D570-2AF0-41CB-8A1E-06C3545AF118}" dt="2026-01-03T06:24:02.220" v="23516" actId="1035"/>
          <ac:picMkLst>
            <pc:docMk/>
            <pc:sldMk cId="2643114938" sldId="266"/>
            <ac:picMk id="1054" creationId="{979E7084-C9AA-9F45-4FAD-0CC2671B3161}"/>
          </ac:picMkLst>
        </pc:picChg>
        <pc:picChg chg="mod">
          <ac:chgData name="adithya prabakaran" userId="80129b21d1f6d54e" providerId="LiveId" clId="{7CE4D570-2AF0-41CB-8A1E-06C3545AF118}" dt="2026-01-03T06:25:10.468" v="23585" actId="1038"/>
          <ac:picMkLst>
            <pc:docMk/>
            <pc:sldMk cId="2643114938" sldId="266"/>
            <ac:picMk id="1056" creationId="{2E3C64F4-6714-DFD0-D01F-86AA8249DF35}"/>
          </ac:picMkLst>
        </pc:picChg>
      </pc:sldChg>
      <pc:sldMasterChg chg="setBg modSldLayout">
        <pc:chgData name="adithya prabakaran" userId="80129b21d1f6d54e" providerId="LiveId" clId="{7CE4D570-2AF0-41CB-8A1E-06C3545AF118}" dt="2025-12-29T03:03:54.123" v="244"/>
        <pc:sldMasterMkLst>
          <pc:docMk/>
          <pc:sldMasterMk cId="1493122481" sldId="2147483648"/>
        </pc:sldMasterMkLst>
        <pc:sldLayoutChg chg="setBg">
          <pc:chgData name="adithya prabakaran" userId="80129b21d1f6d54e" providerId="LiveId" clId="{7CE4D570-2AF0-41CB-8A1E-06C3545AF118}" dt="2025-12-29T03:03:54.123" v="244"/>
          <pc:sldLayoutMkLst>
            <pc:docMk/>
            <pc:sldMasterMk cId="1493122481" sldId="2147483648"/>
            <pc:sldLayoutMk cId="2520423325" sldId="2147483649"/>
          </pc:sldLayoutMkLst>
        </pc:sldLayoutChg>
        <pc:sldLayoutChg chg="setBg">
          <pc:chgData name="adithya prabakaran" userId="80129b21d1f6d54e" providerId="LiveId" clId="{7CE4D570-2AF0-41CB-8A1E-06C3545AF118}" dt="2025-12-29T03:03:54.123" v="244"/>
          <pc:sldLayoutMkLst>
            <pc:docMk/>
            <pc:sldMasterMk cId="1493122481" sldId="2147483648"/>
            <pc:sldLayoutMk cId="3924177162" sldId="2147483650"/>
          </pc:sldLayoutMkLst>
        </pc:sldLayoutChg>
        <pc:sldLayoutChg chg="setBg">
          <pc:chgData name="adithya prabakaran" userId="80129b21d1f6d54e" providerId="LiveId" clId="{7CE4D570-2AF0-41CB-8A1E-06C3545AF118}" dt="2025-12-29T03:03:54.123" v="244"/>
          <pc:sldLayoutMkLst>
            <pc:docMk/>
            <pc:sldMasterMk cId="1493122481" sldId="2147483648"/>
            <pc:sldLayoutMk cId="4280163343" sldId="2147483651"/>
          </pc:sldLayoutMkLst>
        </pc:sldLayoutChg>
        <pc:sldLayoutChg chg="setBg">
          <pc:chgData name="adithya prabakaran" userId="80129b21d1f6d54e" providerId="LiveId" clId="{7CE4D570-2AF0-41CB-8A1E-06C3545AF118}" dt="2025-12-29T03:03:54.123" v="244"/>
          <pc:sldLayoutMkLst>
            <pc:docMk/>
            <pc:sldMasterMk cId="1493122481" sldId="2147483648"/>
            <pc:sldLayoutMk cId="408647144" sldId="2147483652"/>
          </pc:sldLayoutMkLst>
        </pc:sldLayoutChg>
        <pc:sldLayoutChg chg="setBg">
          <pc:chgData name="adithya prabakaran" userId="80129b21d1f6d54e" providerId="LiveId" clId="{7CE4D570-2AF0-41CB-8A1E-06C3545AF118}" dt="2025-12-29T03:03:54.123" v="244"/>
          <pc:sldLayoutMkLst>
            <pc:docMk/>
            <pc:sldMasterMk cId="1493122481" sldId="2147483648"/>
            <pc:sldLayoutMk cId="3936911682" sldId="2147483653"/>
          </pc:sldLayoutMkLst>
        </pc:sldLayoutChg>
        <pc:sldLayoutChg chg="setBg">
          <pc:chgData name="adithya prabakaran" userId="80129b21d1f6d54e" providerId="LiveId" clId="{7CE4D570-2AF0-41CB-8A1E-06C3545AF118}" dt="2025-12-29T03:03:54.123" v="244"/>
          <pc:sldLayoutMkLst>
            <pc:docMk/>
            <pc:sldMasterMk cId="1493122481" sldId="2147483648"/>
            <pc:sldLayoutMk cId="3134620220" sldId="2147483654"/>
          </pc:sldLayoutMkLst>
        </pc:sldLayoutChg>
        <pc:sldLayoutChg chg="setBg">
          <pc:chgData name="adithya prabakaran" userId="80129b21d1f6d54e" providerId="LiveId" clId="{7CE4D570-2AF0-41CB-8A1E-06C3545AF118}" dt="2025-12-29T03:03:54.123" v="244"/>
          <pc:sldLayoutMkLst>
            <pc:docMk/>
            <pc:sldMasterMk cId="1493122481" sldId="2147483648"/>
            <pc:sldLayoutMk cId="1232171308" sldId="2147483655"/>
          </pc:sldLayoutMkLst>
        </pc:sldLayoutChg>
        <pc:sldLayoutChg chg="setBg">
          <pc:chgData name="adithya prabakaran" userId="80129b21d1f6d54e" providerId="LiveId" clId="{7CE4D570-2AF0-41CB-8A1E-06C3545AF118}" dt="2025-12-29T03:03:54.123" v="244"/>
          <pc:sldLayoutMkLst>
            <pc:docMk/>
            <pc:sldMasterMk cId="1493122481" sldId="2147483648"/>
            <pc:sldLayoutMk cId="2434289054" sldId="2147483656"/>
          </pc:sldLayoutMkLst>
        </pc:sldLayoutChg>
        <pc:sldLayoutChg chg="setBg">
          <pc:chgData name="adithya prabakaran" userId="80129b21d1f6d54e" providerId="LiveId" clId="{7CE4D570-2AF0-41CB-8A1E-06C3545AF118}" dt="2025-12-29T03:03:54.123" v="244"/>
          <pc:sldLayoutMkLst>
            <pc:docMk/>
            <pc:sldMasterMk cId="1493122481" sldId="2147483648"/>
            <pc:sldLayoutMk cId="520275145" sldId="2147483657"/>
          </pc:sldLayoutMkLst>
        </pc:sldLayoutChg>
        <pc:sldLayoutChg chg="setBg">
          <pc:chgData name="adithya prabakaran" userId="80129b21d1f6d54e" providerId="LiveId" clId="{7CE4D570-2AF0-41CB-8A1E-06C3545AF118}" dt="2025-12-29T03:03:54.123" v="244"/>
          <pc:sldLayoutMkLst>
            <pc:docMk/>
            <pc:sldMasterMk cId="1493122481" sldId="2147483648"/>
            <pc:sldLayoutMk cId="338298277" sldId="2147483658"/>
          </pc:sldLayoutMkLst>
        </pc:sldLayoutChg>
        <pc:sldLayoutChg chg="setBg">
          <pc:chgData name="adithya prabakaran" userId="80129b21d1f6d54e" providerId="LiveId" clId="{7CE4D570-2AF0-41CB-8A1E-06C3545AF118}" dt="2025-12-29T03:03:54.123" v="244"/>
          <pc:sldLayoutMkLst>
            <pc:docMk/>
            <pc:sldMasterMk cId="1493122481" sldId="2147483648"/>
            <pc:sldLayoutMk cId="2635816734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55B87-593B-41ED-A8C1-0F6B7386246A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970789-0274-4A42-8527-704790171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298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70789-0274-4A42-8527-70479017131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144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70789-0274-4A42-8527-70479017131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08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70789-0274-4A42-8527-70479017131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07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70789-0274-4A42-8527-70479017131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33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840F4-16CA-AC2B-9DEC-40219C137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7AF6C6-6151-94C7-67CA-554F5D7E6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CAD88D-2B39-63ED-EB29-9A90C79E4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AEC61-ECAC-4EDA-6BC4-A961A9987D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70789-0274-4A42-8527-70479017131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70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5885-3223-409F-BF69-24843C398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187454-CF38-E1F2-FE03-68242FA55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F35F8-C8EB-6642-2F6C-FB997BBC2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7E072-DA08-6D01-E689-4563613E1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70789-0274-4A42-8527-70479017131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173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70789-0274-4A42-8527-70479017131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77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F66FD-DDB7-2D89-4451-12BB2F6E3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117C9-92D8-F6F1-7026-2E8E8DB2CC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89CC3E-7D3D-8E03-65D3-0D16C31DD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30BD5-5930-8830-F99A-8F4DC78CA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70789-0274-4A42-8527-70479017131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6850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70789-0274-4A42-8527-70479017131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372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7172-59BE-BD2B-341B-017D6FC68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102BDE-5BEE-FB40-03D3-3BE21037B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33ED9-DCF9-E741-EC0E-04077D6B1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F5A1-EB7C-48EF-926E-EE5D2E3D545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D3B9F-EDD0-06BE-9840-C6DE6805B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BDE26-43FA-0D88-C653-56C21D02E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AF584-9A51-4F6F-8F51-F578D1CE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23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B9529-6CAE-4C06-649D-F7558C555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C9155-55AF-69B3-B576-FA78D9908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892DB-9A3C-57D1-409E-69693AC79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F5A1-EB7C-48EF-926E-EE5D2E3D545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AE5D6-7CCB-0556-AE1A-95591BE49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0B2B3-2754-1B8F-922D-9B63B72F8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AF584-9A51-4F6F-8F51-F578D1CE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77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0070C-8052-995A-5F59-DC2D8233E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16722-8F02-C880-8BBF-D50B0124A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BC290-F519-C0F8-99CE-BBD745908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F5A1-EB7C-48EF-926E-EE5D2E3D545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BD7B7-6ACD-9386-9848-10D11FE69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8B870-39AD-F29E-BA66-35D18A160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AF584-9A51-4F6F-8F51-F578D1CE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163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E68F6-C385-AB84-B91F-B34F7CD94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67FDA-2A56-8D18-DDD3-4DC96221FA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B9B810-8D45-F832-0AD4-190F28740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5BFB2-3F91-B4A0-29D6-94C4DF73C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F5A1-EB7C-48EF-926E-EE5D2E3D545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C3A5F6-E7A0-8E3F-23AA-595A57388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9A88A9-3B0E-AB80-3435-D9679D66D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AF584-9A51-4F6F-8F51-F578D1CE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7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E2477-CA89-42DF-5E74-1E9B0CC9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D6CE9-8B69-8E58-F676-F5D5C6F80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EC2A-8E5F-D995-2088-7A865ED4B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F5701D-E0F3-63F7-F4A1-08BD0F5567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899A57-EBCB-6FFA-0315-1FE1AE5A0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9CC35C-D591-E206-D214-DE09B8D85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F5A1-EB7C-48EF-926E-EE5D2E3D545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E67CFB-5580-C9CC-7AEF-B5EA83728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1908CC-3634-D11F-51EF-8760C0402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AF584-9A51-4F6F-8F51-F578D1CE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11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F8F69-C6CE-CDC5-BB52-4510F1227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D120C-BD09-7D5D-46A8-0692B3C15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F5A1-EB7C-48EF-926E-EE5D2E3D545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268B9-1F1A-6DF5-1935-5A7B8F005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3407E-AFC0-509B-3B9F-90E8E571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AF584-9A51-4F6F-8F51-F578D1CE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20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CBF852-164C-CB8B-E402-806E3BC9B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F5A1-EB7C-48EF-926E-EE5D2E3D545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8B4AA2-B49C-7F83-A3B2-B3D243D9F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1FB86-8CA2-D5C2-4D57-CBA412238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AF584-9A51-4F6F-8F51-F578D1CE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71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20F5A-F5E4-F18F-AF8F-E049B06F5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AB164-F46A-7437-F855-F1E7E1DD9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EAA3C-7A41-7300-85AC-D51905210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4278E-722D-9072-7D7A-BDB759935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F5A1-EB7C-48EF-926E-EE5D2E3D545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366D4-E2D1-BED2-1788-4FA6B1B97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BB708C-E1B1-2B1E-8B1A-2FA71C3C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AF584-9A51-4F6F-8F51-F578D1CE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289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22EFC-D023-2C1F-3033-4A915587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40B385-E7EF-4F4B-C5B3-B3FCC15E65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901737-2FC3-207F-89A2-7D54CB739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52B35-E700-C1D7-A28C-9D984F818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F5A1-EB7C-48EF-926E-EE5D2E3D545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83200-8A5D-C90C-F071-E9E929817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FA4C4-404C-CD73-1BB9-032CCFD2B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AF584-9A51-4F6F-8F51-F578D1CE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275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6F6EC-9B76-4D74-857F-55E8BC013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A8B1C9-3AC5-F7C7-A17F-BAEC0251C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8F4F9-54D0-1BD4-BB37-04F4CB136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F5A1-EB7C-48EF-926E-EE5D2E3D545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27103-BB26-B393-4CEB-74477C50B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45676-55B2-DC2B-232D-63B1C3E9A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AF584-9A51-4F6F-8F51-F578D1CE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98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FE285-B1DA-44EE-2D24-18E614B3D8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F4B619-30ED-903A-AF48-52F25CD36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8677-AFBF-4BB6-8162-149DC9C5E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F5A1-EB7C-48EF-926E-EE5D2E3D545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FBC09-042A-2C75-F201-D0106F8F2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E14BF-0017-D315-145B-660F625BB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AF584-9A51-4F6F-8F51-F578D1CE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816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358BD-031C-1812-90F9-C6C07B1FC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73DB0-EE3E-6F0C-68BC-ADB71468F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A6C04-4A5D-2DFC-729D-2F9BB0236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49F5A1-EB7C-48EF-926E-EE5D2E3D545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6B0F8-3D0C-0ADA-8D86-73BB55E563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F9FFC-BE42-C44A-557C-6BA77EAD6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4AF584-9A51-4F6F-8F51-F578D1CE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122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BEBEFE9-42D5-E6B7-518D-D884AFB332F2}"/>
              </a:ext>
            </a:extLst>
          </p:cNvPr>
          <p:cNvSpPr/>
          <p:nvPr/>
        </p:nvSpPr>
        <p:spPr>
          <a:xfrm>
            <a:off x="-338847" y="5257800"/>
            <a:ext cx="3725694" cy="18336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0843A8-5425-A96F-E5A2-EC30ED7855E3}"/>
              </a:ext>
            </a:extLst>
          </p:cNvPr>
          <p:cNvSpPr/>
          <p:nvPr/>
        </p:nvSpPr>
        <p:spPr>
          <a:xfrm>
            <a:off x="-338847" y="-263281"/>
            <a:ext cx="3725694" cy="18336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57DEC9-36AC-20A8-9D40-ED239E780299}"/>
              </a:ext>
            </a:extLst>
          </p:cNvPr>
          <p:cNvSpPr/>
          <p:nvPr/>
        </p:nvSpPr>
        <p:spPr>
          <a:xfrm>
            <a:off x="8805153" y="5257800"/>
            <a:ext cx="3725694" cy="18336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6B5128-F74E-5748-E90D-856084DA6228}"/>
              </a:ext>
            </a:extLst>
          </p:cNvPr>
          <p:cNvSpPr/>
          <p:nvPr/>
        </p:nvSpPr>
        <p:spPr>
          <a:xfrm>
            <a:off x="8805153" y="-263281"/>
            <a:ext cx="3725694" cy="18336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F850C0-9066-2C7E-C043-92BD1C2B3E01}"/>
              </a:ext>
            </a:extLst>
          </p:cNvPr>
          <p:cNvSpPr/>
          <p:nvPr/>
        </p:nvSpPr>
        <p:spPr>
          <a:xfrm>
            <a:off x="451947" y="367862"/>
            <a:ext cx="11246069" cy="6111766"/>
          </a:xfrm>
          <a:prstGeom prst="rect">
            <a:avLst/>
          </a:prstGeom>
          <a:solidFill>
            <a:srgbClr val="9B1E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25B1A5-7751-1381-4EE7-9139BFBACE6C}"/>
              </a:ext>
            </a:extLst>
          </p:cNvPr>
          <p:cNvSpPr txBox="1"/>
          <p:nvPr/>
        </p:nvSpPr>
        <p:spPr>
          <a:xfrm>
            <a:off x="-557047" y="1286466"/>
            <a:ext cx="13190483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4F4F2"/>
                </a:solidFill>
                <a:latin typeface="Amasis MT Pro Black" panose="02040A04050005020304" pitchFamily="18" charset="0"/>
              </a:rPr>
              <a:t>The FADE Score:</a:t>
            </a:r>
          </a:p>
          <a:p>
            <a:pPr algn="ctr"/>
            <a:r>
              <a:rPr lang="en-US" sz="3100" b="1" dirty="0">
                <a:solidFill>
                  <a:srgbClr val="F4F4F2"/>
                </a:solidFill>
                <a:latin typeface="Amasis MT Pro" panose="02040504050005020304" pitchFamily="18" charset="0"/>
              </a:rPr>
              <a:t>(Functional Athleticism in a Development Environment)</a:t>
            </a:r>
          </a:p>
          <a:p>
            <a:pPr algn="ctr"/>
            <a:endParaRPr lang="en-US" sz="4800" dirty="0">
              <a:latin typeface="Amasis MT Pro Black" panose="02040A04050005020304" pitchFamily="18" charset="0"/>
            </a:endParaRPr>
          </a:p>
          <a:p>
            <a:pPr algn="ctr"/>
            <a:endParaRPr lang="en-US" sz="4800" dirty="0">
              <a:latin typeface="Amasis MT Pro Black" panose="02040A04050005020304" pitchFamily="18" charset="0"/>
            </a:endParaRPr>
          </a:p>
          <a:p>
            <a:pPr algn="ctr"/>
            <a:endParaRPr lang="en-US" sz="4800" dirty="0">
              <a:latin typeface="Amasis MT Pro Black" panose="02040A04050005020304" pitchFamily="18" charset="0"/>
            </a:endParaRPr>
          </a:p>
          <a:p>
            <a:pPr algn="ctr"/>
            <a:endParaRPr lang="en-US" sz="3100" dirty="0">
              <a:solidFill>
                <a:srgbClr val="F4F4F2"/>
              </a:solidFill>
              <a:latin typeface="Amasis MT Pro Black" panose="02040A04050005020304" pitchFamily="18" charset="0"/>
            </a:endParaRPr>
          </a:p>
          <a:p>
            <a:pPr algn="ctr"/>
            <a:endParaRPr lang="en-US" sz="3100" dirty="0">
              <a:solidFill>
                <a:srgbClr val="F4F4F2"/>
              </a:solidFill>
              <a:latin typeface="Amasis MT Pro Black" panose="02040A04050005020304" pitchFamily="18" charset="0"/>
            </a:endParaRPr>
          </a:p>
          <a:p>
            <a:pPr algn="ctr"/>
            <a:r>
              <a:rPr lang="en-US" sz="3100" b="1" dirty="0">
                <a:solidFill>
                  <a:srgbClr val="F4F4F2"/>
                </a:solidFill>
                <a:latin typeface="Amasis MT Pro" panose="02040504050005020304" pitchFamily="18" charset="0"/>
              </a:rPr>
              <a:t>By: Adithya Prabakaran</a:t>
            </a:r>
          </a:p>
        </p:txBody>
      </p:sp>
      <p:pic>
        <p:nvPicPr>
          <p:cNvPr id="1028" name="Picture 4" descr="East-West Shrine Bowl Partners with SūmerSports as Official Practice  Partner for the 2026 and 2027 Event - East-West Shrine Bowl">
            <a:extLst>
              <a:ext uri="{FF2B5EF4-FFF2-40B4-BE49-F238E27FC236}">
                <a16:creationId xmlns:a16="http://schemas.microsoft.com/office/drawing/2014/main" id="{39F87FFD-7058-77FB-4C11-9237E35CE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443" y="2706743"/>
            <a:ext cx="4535213" cy="2551057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3402233-9652-AC3B-89D8-FB31E1E17735}"/>
              </a:ext>
            </a:extLst>
          </p:cNvPr>
          <p:cNvSpPr/>
          <p:nvPr/>
        </p:nvSpPr>
        <p:spPr>
          <a:xfrm>
            <a:off x="-152400" y="-162560"/>
            <a:ext cx="294989" cy="717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157CED-CE69-A76A-F287-48AD19D5B363}"/>
              </a:ext>
            </a:extLst>
          </p:cNvPr>
          <p:cNvSpPr/>
          <p:nvPr/>
        </p:nvSpPr>
        <p:spPr>
          <a:xfrm>
            <a:off x="12007374" y="-162560"/>
            <a:ext cx="316704" cy="717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9DBC56-8030-EC3F-E143-ADC136EBD63A}"/>
              </a:ext>
            </a:extLst>
          </p:cNvPr>
          <p:cNvSpPr/>
          <p:nvPr/>
        </p:nvSpPr>
        <p:spPr>
          <a:xfrm rot="5400000">
            <a:off x="5889556" y="-6275034"/>
            <a:ext cx="392566" cy="1247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1163D7-DEDB-CA2F-541E-A3B7035153C8}"/>
              </a:ext>
            </a:extLst>
          </p:cNvPr>
          <p:cNvSpPr/>
          <p:nvPr/>
        </p:nvSpPr>
        <p:spPr>
          <a:xfrm rot="5400000">
            <a:off x="5911503" y="634610"/>
            <a:ext cx="348672" cy="1247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567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34945B-F823-EF65-A51E-F2ADE3EDD5EF}"/>
              </a:ext>
            </a:extLst>
          </p:cNvPr>
          <p:cNvSpPr/>
          <p:nvPr/>
        </p:nvSpPr>
        <p:spPr>
          <a:xfrm>
            <a:off x="557048" y="1502977"/>
            <a:ext cx="10909738" cy="484526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96A696-F80B-5DA1-293D-F00439318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1068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4F4F2"/>
                </a:solidFill>
                <a:latin typeface="Amasis MT Pro Black" panose="02040A04050005020304" pitchFamily="18" charset="0"/>
              </a:rPr>
              <a:t>Project Construction: Background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8C5056-DD29-6370-229C-CB8A2F54ED21}"/>
              </a:ext>
            </a:extLst>
          </p:cNvPr>
          <p:cNvSpPr/>
          <p:nvPr/>
        </p:nvSpPr>
        <p:spPr>
          <a:xfrm>
            <a:off x="838200" y="1825625"/>
            <a:ext cx="3113690" cy="4288304"/>
          </a:xfrm>
          <a:prstGeom prst="rect">
            <a:avLst/>
          </a:prstGeom>
          <a:solidFill>
            <a:srgbClr val="9B1E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6C461-E7C2-FB3F-C7B5-E283E1BAF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113690" cy="4325087"/>
          </a:xfrm>
          <a:solidFill>
            <a:srgbClr val="9B1E32"/>
          </a:solidFill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F4F4F2"/>
                </a:solidFill>
                <a:latin typeface="Amasis MT Pro Black" panose="02040A04050005020304" pitchFamily="18" charset="0"/>
              </a:rPr>
              <a:t>Prompt: </a:t>
            </a:r>
          </a:p>
          <a:p>
            <a:pPr marL="0" indent="0">
              <a:buNone/>
            </a:pPr>
            <a:endParaRPr lang="en-US" sz="1800" dirty="0">
              <a:solidFill>
                <a:srgbClr val="F4F4F2"/>
              </a:solidFill>
              <a:latin typeface="Amasis MT Pro" panose="020405040500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4F4F2"/>
                </a:solidFill>
                <a:latin typeface="Amasis MT Pro" panose="02040504050005020304" pitchFamily="18" charset="0"/>
              </a:rPr>
              <a:t>Develop a player forecasting model using East-West Bowl game data, practice data, and/or college stats to forecast </a:t>
            </a:r>
            <a:r>
              <a:rPr lang="en-US" sz="1800" b="1" dirty="0">
                <a:solidFill>
                  <a:srgbClr val="F4F4F2"/>
                </a:solidFill>
                <a:latin typeface="Amasis MT Pro" panose="02040504050005020304" pitchFamily="18" charset="0"/>
              </a:rPr>
              <a:t>a player’s likelihood to play or his rookie season performance</a:t>
            </a:r>
            <a:r>
              <a:rPr lang="en-US" sz="1800" dirty="0">
                <a:solidFill>
                  <a:srgbClr val="F4F4F2"/>
                </a:solidFill>
                <a:latin typeface="Amasis MT Pro" panose="02040504050005020304" pitchFamily="18" charset="0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FB64F4-CCE2-7C82-EDD4-83C66A0144A7}"/>
              </a:ext>
            </a:extLst>
          </p:cNvPr>
          <p:cNvSpPr/>
          <p:nvPr/>
        </p:nvSpPr>
        <p:spPr>
          <a:xfrm>
            <a:off x="4385442" y="1825625"/>
            <a:ext cx="3113690" cy="4288304"/>
          </a:xfrm>
          <a:prstGeom prst="rect">
            <a:avLst/>
          </a:prstGeom>
          <a:solidFill>
            <a:srgbClr val="9B1E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rgbClr val="F4F4F2"/>
                </a:solidFill>
                <a:latin typeface="Amasis MT Pro Black" panose="02040A04050005020304" pitchFamily="18" charset="0"/>
              </a:rPr>
              <a:t>Player Evaluation Process: </a:t>
            </a:r>
            <a:endParaRPr lang="en-US" sz="1600" b="1" dirty="0">
              <a:solidFill>
                <a:srgbClr val="F4F4F2"/>
              </a:solidFill>
              <a:latin typeface="Amasis MT Pro" panose="02040504050005020304" pitchFamily="18" charset="0"/>
            </a:endParaRPr>
          </a:p>
          <a:p>
            <a:pPr algn="ctr"/>
            <a:endParaRPr lang="en-US" sz="1600" b="1" dirty="0">
              <a:solidFill>
                <a:srgbClr val="F4F4F2"/>
              </a:solidFill>
              <a:latin typeface="Amasis MT Pro" panose="02040504050005020304" pitchFamily="18" charset="0"/>
            </a:endParaRPr>
          </a:p>
          <a:p>
            <a:r>
              <a:rPr lang="en-US" sz="1600" b="1" dirty="0">
                <a:solidFill>
                  <a:srgbClr val="F4F4F2"/>
                </a:solidFill>
                <a:latin typeface="Amasis MT Pro" panose="02040504050005020304" pitchFamily="18" charset="0"/>
              </a:rPr>
              <a:t>Player Tracking Data Can:</a:t>
            </a:r>
            <a:r>
              <a:rPr lang="en-US" sz="1600" dirty="0">
                <a:solidFill>
                  <a:srgbClr val="F4F4F2"/>
                </a:solidFill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4F4F2"/>
                </a:solidFill>
                <a:latin typeface="Amasis MT Pro" panose="02040504050005020304" pitchFamily="18" charset="0"/>
              </a:rPr>
              <a:t>Verify</a:t>
            </a:r>
            <a:r>
              <a:rPr lang="en-US" sz="1600" dirty="0">
                <a:solidFill>
                  <a:srgbClr val="F4F4F2"/>
                </a:solidFill>
                <a:latin typeface="Amasis MT Pro" panose="02040504050005020304" pitchFamily="18" charset="0"/>
              </a:rPr>
              <a:t> that athleticism projects to next level.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4F4F2"/>
                </a:solidFill>
                <a:latin typeface="Amasis MT Pro" panose="02040504050005020304" pitchFamily="18" charset="0"/>
              </a:rPr>
              <a:t>Provide </a:t>
            </a:r>
            <a:r>
              <a:rPr lang="en-US" sz="1600" dirty="0">
                <a:solidFill>
                  <a:srgbClr val="F4F4F2"/>
                </a:solidFill>
                <a:latin typeface="Amasis MT Pro" panose="02040504050005020304" pitchFamily="18" charset="0"/>
              </a:rPr>
              <a:t>insight on prospect athletic profile.</a:t>
            </a:r>
          </a:p>
          <a:p>
            <a:endParaRPr lang="en-US" sz="1600" b="1" dirty="0">
              <a:solidFill>
                <a:srgbClr val="F4F4F2"/>
              </a:solidFill>
              <a:latin typeface="Amasis MT Pro" panose="02040504050005020304" pitchFamily="18" charset="0"/>
            </a:endParaRPr>
          </a:p>
          <a:p>
            <a:r>
              <a:rPr lang="en-US" sz="1600" b="1" dirty="0">
                <a:solidFill>
                  <a:srgbClr val="F4F4F2"/>
                </a:solidFill>
                <a:latin typeface="Amasis MT Pro" panose="02040504050005020304" pitchFamily="18" charset="0"/>
              </a:rPr>
              <a:t>Game Film Data Can:</a:t>
            </a:r>
            <a:endParaRPr lang="en-US" sz="1600" dirty="0">
              <a:solidFill>
                <a:srgbClr val="F4F4F2"/>
              </a:solidFill>
              <a:latin typeface="Amasis MT Pro" panose="020405040500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4F4F2"/>
                </a:solidFill>
                <a:latin typeface="Amasis MT Pro" panose="02040504050005020304" pitchFamily="18" charset="0"/>
              </a:rPr>
              <a:t>Contextualize</a:t>
            </a:r>
            <a:r>
              <a:rPr lang="en-US" sz="1600" dirty="0">
                <a:solidFill>
                  <a:srgbClr val="F4F4F2"/>
                </a:solidFill>
                <a:latin typeface="Amasis MT Pro" panose="02040504050005020304" pitchFamily="18" charset="0"/>
              </a:rPr>
              <a:t> functional athleticism in a competitive environment. </a:t>
            </a:r>
          </a:p>
          <a:p>
            <a:endParaRPr lang="en-US" sz="1600" dirty="0">
              <a:solidFill>
                <a:srgbClr val="F4F4F2"/>
              </a:solidFill>
              <a:latin typeface="Amasis MT Pro" panose="02040504050005020304" pitchFamily="18" charset="0"/>
            </a:endParaRPr>
          </a:p>
          <a:p>
            <a:r>
              <a:rPr lang="en-US" sz="1600" dirty="0">
                <a:solidFill>
                  <a:srgbClr val="F4F4F2"/>
                </a:solidFill>
                <a:latin typeface="Amasis MT Pro" panose="02040504050005020304" pitchFamily="18" charset="0"/>
              </a:rPr>
              <a:t>“How was a player’s functional athleticism utilized by a coaching staff?”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06C3469-BECE-4BD5-0B46-095B21353DCD}"/>
              </a:ext>
            </a:extLst>
          </p:cNvPr>
          <p:cNvSpPr txBox="1">
            <a:spLocks/>
          </p:cNvSpPr>
          <p:nvPr/>
        </p:nvSpPr>
        <p:spPr>
          <a:xfrm>
            <a:off x="4385442" y="1825624"/>
            <a:ext cx="3126830" cy="4288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900" dirty="0">
              <a:solidFill>
                <a:srgbClr val="F4F4F2"/>
              </a:solidFill>
              <a:latin typeface="Amasis MT Pro" panose="020405040500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2B5593-CDFA-EBD2-FD43-43C599BA3E00}"/>
              </a:ext>
            </a:extLst>
          </p:cNvPr>
          <p:cNvSpPr/>
          <p:nvPr/>
        </p:nvSpPr>
        <p:spPr>
          <a:xfrm>
            <a:off x="7932684" y="1825625"/>
            <a:ext cx="3113690" cy="4288303"/>
          </a:xfrm>
          <a:prstGeom prst="rect">
            <a:avLst/>
          </a:prstGeom>
          <a:solidFill>
            <a:srgbClr val="9B1E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solidFill>
                  <a:srgbClr val="F4F4F2"/>
                </a:solidFill>
                <a:latin typeface="Amasis MT Pro Black" panose="02040A04050005020304" pitchFamily="18" charset="0"/>
              </a:rPr>
              <a:t>Goal: </a:t>
            </a:r>
          </a:p>
          <a:p>
            <a:endParaRPr lang="en-US" sz="1600" dirty="0">
              <a:solidFill>
                <a:srgbClr val="F4F4F2"/>
              </a:solidFill>
              <a:latin typeface="Amasis MT Pro" panose="02040504050005020304" pitchFamily="18" charset="0"/>
            </a:endParaRPr>
          </a:p>
          <a:p>
            <a:r>
              <a:rPr lang="en-US" sz="1600" b="1" dirty="0">
                <a:solidFill>
                  <a:srgbClr val="F4F4F2"/>
                </a:solidFill>
                <a:latin typeface="Amasis MT Pro" panose="02040504050005020304" pitchFamily="18" charset="0"/>
              </a:rPr>
              <a:t>Input:</a:t>
            </a:r>
          </a:p>
          <a:p>
            <a:r>
              <a:rPr lang="en-US" sz="1600" dirty="0">
                <a:solidFill>
                  <a:srgbClr val="F4F4F2"/>
                </a:solidFill>
                <a:latin typeface="Amasis MT Pro" panose="02040504050005020304" pitchFamily="18" charset="0"/>
              </a:rPr>
              <a:t>Calculate </a:t>
            </a:r>
            <a:r>
              <a:rPr lang="en-US" sz="1600" b="1" dirty="0">
                <a:solidFill>
                  <a:srgbClr val="F4F4F2"/>
                </a:solidFill>
                <a:latin typeface="Amasis MT Pro" panose="02040504050005020304" pitchFamily="18" charset="0"/>
              </a:rPr>
              <a:t>speed, acceleration, and distance </a:t>
            </a:r>
            <a:r>
              <a:rPr lang="en-US" sz="1600" dirty="0">
                <a:solidFill>
                  <a:srgbClr val="F4F4F2"/>
                </a:solidFill>
                <a:latin typeface="Amasis MT Pro" panose="02040504050005020304" pitchFamily="18" charset="0"/>
              </a:rPr>
              <a:t>from simulated football movement weighed with </a:t>
            </a:r>
            <a:r>
              <a:rPr lang="en-US" sz="1600" b="1" dirty="0">
                <a:solidFill>
                  <a:srgbClr val="F4F4F2"/>
                </a:solidFill>
                <a:latin typeface="Amasis MT Pro" panose="02040504050005020304" pitchFamily="18" charset="0"/>
              </a:rPr>
              <a:t>college production. </a:t>
            </a:r>
            <a:endParaRPr lang="en-US" sz="1600" dirty="0">
              <a:solidFill>
                <a:srgbClr val="F4F4F2"/>
              </a:solidFill>
              <a:latin typeface="Amasis MT Pro" panose="02040504050005020304" pitchFamily="18" charset="0"/>
            </a:endParaRPr>
          </a:p>
          <a:p>
            <a:pPr algn="ctr"/>
            <a:endParaRPr lang="en-US" sz="1600" b="1" dirty="0">
              <a:solidFill>
                <a:srgbClr val="F4F4F2"/>
              </a:solidFill>
              <a:latin typeface="Amasis MT Pro" panose="02040504050005020304" pitchFamily="18" charset="0"/>
            </a:endParaRPr>
          </a:p>
          <a:p>
            <a:r>
              <a:rPr lang="en-US" sz="1600" b="1" dirty="0">
                <a:solidFill>
                  <a:srgbClr val="F4F4F2"/>
                </a:solidFill>
                <a:latin typeface="Amasis MT Pro" panose="02040504050005020304" pitchFamily="18" charset="0"/>
              </a:rPr>
              <a:t>Output:</a:t>
            </a:r>
          </a:p>
          <a:p>
            <a:r>
              <a:rPr lang="en-US" sz="1600" dirty="0">
                <a:solidFill>
                  <a:srgbClr val="F4F4F2"/>
                </a:solidFill>
                <a:latin typeface="Amasis MT Pro" panose="02040504050005020304" pitchFamily="18" charset="0"/>
              </a:rPr>
              <a:t>A metric to model stability in production over a rookie contract. </a:t>
            </a:r>
            <a:endParaRPr lang="en-US" sz="1600" b="1" dirty="0">
              <a:solidFill>
                <a:srgbClr val="F4F4F2"/>
              </a:solidFill>
              <a:latin typeface="Amasis MT Pro" panose="02040504050005020304" pitchFamily="18" charset="0"/>
            </a:endParaRPr>
          </a:p>
          <a:p>
            <a:pPr algn="ctr"/>
            <a:endParaRPr lang="en-US" sz="1600" b="1" dirty="0">
              <a:solidFill>
                <a:srgbClr val="F4F4F2"/>
              </a:solidFill>
              <a:latin typeface="Amasis MT Pro" panose="02040504050005020304" pitchFamily="18" charset="0"/>
            </a:endParaRPr>
          </a:p>
          <a:p>
            <a:pPr algn="ctr"/>
            <a:r>
              <a:rPr lang="en-US" sz="1600" b="1" dirty="0">
                <a:solidFill>
                  <a:srgbClr val="F4F4F2"/>
                </a:solidFill>
                <a:latin typeface="Amasis MT Pro" panose="02040504050005020304" pitchFamily="18" charset="0"/>
              </a:rPr>
              <a:t>FADE</a:t>
            </a:r>
            <a:r>
              <a:rPr lang="en-US" sz="1600" dirty="0">
                <a:solidFill>
                  <a:srgbClr val="F4F4F2"/>
                </a:solidFill>
                <a:latin typeface="Amasis MT Pro" panose="02040504050005020304" pitchFamily="18" charset="0"/>
              </a:rPr>
              <a:t> Score</a:t>
            </a:r>
          </a:p>
          <a:p>
            <a:pPr algn="ctr"/>
            <a:r>
              <a:rPr lang="en-US" sz="1600" dirty="0">
                <a:solidFill>
                  <a:srgbClr val="F4F4F2"/>
                </a:solidFill>
                <a:latin typeface="Amasis MT Pro" panose="02040504050005020304" pitchFamily="18" charset="0"/>
              </a:rPr>
              <a:t>(</a:t>
            </a:r>
            <a:r>
              <a:rPr lang="en-US" sz="1600" b="1" dirty="0">
                <a:solidFill>
                  <a:srgbClr val="F4F4F2"/>
                </a:solidFill>
                <a:latin typeface="Amasis MT Pro" panose="02040504050005020304" pitchFamily="18" charset="0"/>
              </a:rPr>
              <a:t>F</a:t>
            </a:r>
            <a:r>
              <a:rPr lang="en-US" sz="1600" dirty="0">
                <a:solidFill>
                  <a:srgbClr val="F4F4F2"/>
                </a:solidFill>
                <a:latin typeface="Amasis MT Pro" panose="02040504050005020304" pitchFamily="18" charset="0"/>
              </a:rPr>
              <a:t>unctional </a:t>
            </a:r>
            <a:r>
              <a:rPr lang="en-US" sz="1600" b="1" dirty="0">
                <a:solidFill>
                  <a:srgbClr val="F4F4F2"/>
                </a:solidFill>
                <a:latin typeface="Amasis MT Pro" panose="02040504050005020304" pitchFamily="18" charset="0"/>
              </a:rPr>
              <a:t>A</a:t>
            </a:r>
            <a:r>
              <a:rPr lang="en-US" sz="1600" dirty="0">
                <a:solidFill>
                  <a:srgbClr val="F4F4F2"/>
                </a:solidFill>
                <a:latin typeface="Amasis MT Pro" panose="02040504050005020304" pitchFamily="18" charset="0"/>
              </a:rPr>
              <a:t>thleticism in a </a:t>
            </a:r>
            <a:r>
              <a:rPr lang="en-US" sz="1600" b="1" dirty="0">
                <a:solidFill>
                  <a:srgbClr val="F4F4F2"/>
                </a:solidFill>
                <a:latin typeface="Amasis MT Pro" panose="02040504050005020304" pitchFamily="18" charset="0"/>
              </a:rPr>
              <a:t>D</a:t>
            </a:r>
            <a:r>
              <a:rPr lang="en-US" sz="1600" dirty="0">
                <a:solidFill>
                  <a:srgbClr val="F4F4F2"/>
                </a:solidFill>
                <a:latin typeface="Amasis MT Pro" panose="02040504050005020304" pitchFamily="18" charset="0"/>
              </a:rPr>
              <a:t>evelopmental </a:t>
            </a:r>
            <a:r>
              <a:rPr lang="en-US" sz="1600" b="1" dirty="0">
                <a:solidFill>
                  <a:srgbClr val="F4F4F2"/>
                </a:solidFill>
                <a:latin typeface="Amasis MT Pro" panose="02040504050005020304" pitchFamily="18" charset="0"/>
              </a:rPr>
              <a:t>E</a:t>
            </a:r>
            <a:r>
              <a:rPr lang="en-US" sz="1600" dirty="0">
                <a:solidFill>
                  <a:srgbClr val="F4F4F2"/>
                </a:solidFill>
                <a:latin typeface="Amasis MT Pro" panose="02040504050005020304" pitchFamily="18" charset="0"/>
              </a:rPr>
              <a:t>nvironment)</a:t>
            </a:r>
            <a:endParaRPr lang="en-US" sz="16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107ABAD-3FEF-A74A-FD58-8D7770C2383F}"/>
              </a:ext>
            </a:extLst>
          </p:cNvPr>
          <p:cNvSpPr txBox="1">
            <a:spLocks/>
          </p:cNvSpPr>
          <p:nvPr/>
        </p:nvSpPr>
        <p:spPr>
          <a:xfrm>
            <a:off x="7932684" y="1825624"/>
            <a:ext cx="3113690" cy="42883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dirty="0">
              <a:solidFill>
                <a:srgbClr val="F4F4F2"/>
              </a:solidFill>
              <a:latin typeface="Amasis MT Pro" panose="020405040500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C2597D-2E19-D7AE-C652-4EA2C0BECF2F}"/>
              </a:ext>
            </a:extLst>
          </p:cNvPr>
          <p:cNvSpPr/>
          <p:nvPr/>
        </p:nvSpPr>
        <p:spPr>
          <a:xfrm>
            <a:off x="-152400" y="-162560"/>
            <a:ext cx="436880" cy="717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72E83B-A488-3952-5793-EF932862B4A2}"/>
              </a:ext>
            </a:extLst>
          </p:cNvPr>
          <p:cNvSpPr/>
          <p:nvPr/>
        </p:nvSpPr>
        <p:spPr>
          <a:xfrm>
            <a:off x="11887198" y="-162560"/>
            <a:ext cx="436880" cy="717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DCF877-8632-3D8D-4C44-472C16DDAD97}"/>
              </a:ext>
            </a:extLst>
          </p:cNvPr>
          <p:cNvSpPr/>
          <p:nvPr/>
        </p:nvSpPr>
        <p:spPr>
          <a:xfrm rot="5400000">
            <a:off x="5867399" y="-6252877"/>
            <a:ext cx="436880" cy="1247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BB5958-1B95-F44E-F7AE-4459C3D3E437}"/>
              </a:ext>
            </a:extLst>
          </p:cNvPr>
          <p:cNvSpPr/>
          <p:nvPr/>
        </p:nvSpPr>
        <p:spPr>
          <a:xfrm rot="5400000">
            <a:off x="5867399" y="590504"/>
            <a:ext cx="436880" cy="1247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75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876C0-514F-5F7F-7E37-1812C2CCB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11267C-EED8-14BA-C9D8-943C46266607}"/>
              </a:ext>
            </a:extLst>
          </p:cNvPr>
          <p:cNvSpPr/>
          <p:nvPr/>
        </p:nvSpPr>
        <p:spPr>
          <a:xfrm>
            <a:off x="557048" y="1502977"/>
            <a:ext cx="10909738" cy="484526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302803-9EF8-8B2E-DC24-98F2009AF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1068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4F4F2"/>
                </a:solidFill>
                <a:latin typeface="Amasis MT Pro Black" panose="02040A04050005020304" pitchFamily="18" charset="0"/>
              </a:rPr>
              <a:t>Project Construction: Context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9377E8E-E759-5FBB-A576-64F16AF79B25}"/>
              </a:ext>
            </a:extLst>
          </p:cNvPr>
          <p:cNvSpPr txBox="1">
            <a:spLocks/>
          </p:cNvSpPr>
          <p:nvPr/>
        </p:nvSpPr>
        <p:spPr>
          <a:xfrm>
            <a:off x="7525862" y="2910174"/>
            <a:ext cx="3153600" cy="3983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400" dirty="0">
              <a:solidFill>
                <a:srgbClr val="F4F4F2"/>
              </a:solidFill>
              <a:latin typeface="Amasis MT Pro" panose="020405040500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F2A24C-D3D4-C47E-BC12-7080AE0A436E}"/>
              </a:ext>
            </a:extLst>
          </p:cNvPr>
          <p:cNvSpPr/>
          <p:nvPr/>
        </p:nvSpPr>
        <p:spPr>
          <a:xfrm>
            <a:off x="-152400" y="-162560"/>
            <a:ext cx="436880" cy="717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2144B4-A568-3E5C-188C-FEADF9F1A508}"/>
              </a:ext>
            </a:extLst>
          </p:cNvPr>
          <p:cNvSpPr/>
          <p:nvPr/>
        </p:nvSpPr>
        <p:spPr>
          <a:xfrm>
            <a:off x="11887198" y="-162560"/>
            <a:ext cx="436880" cy="717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2CFA3-7FF9-8C13-F1B9-52E5337C8B35}"/>
              </a:ext>
            </a:extLst>
          </p:cNvPr>
          <p:cNvSpPr/>
          <p:nvPr/>
        </p:nvSpPr>
        <p:spPr>
          <a:xfrm rot="5400000">
            <a:off x="5867399" y="-6252877"/>
            <a:ext cx="436880" cy="1247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AB49E2-F3D0-1557-8778-060591DBF59F}"/>
              </a:ext>
            </a:extLst>
          </p:cNvPr>
          <p:cNvSpPr/>
          <p:nvPr/>
        </p:nvSpPr>
        <p:spPr>
          <a:xfrm rot="5400000">
            <a:off x="5867399" y="590504"/>
            <a:ext cx="436880" cy="1247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6A5D76-3307-8524-DB60-ED30F3701B77}"/>
              </a:ext>
            </a:extLst>
          </p:cNvPr>
          <p:cNvSpPr/>
          <p:nvPr/>
        </p:nvSpPr>
        <p:spPr>
          <a:xfrm>
            <a:off x="859914" y="2423788"/>
            <a:ext cx="3419647" cy="3782289"/>
          </a:xfrm>
          <a:prstGeom prst="rect">
            <a:avLst/>
          </a:prstGeom>
          <a:solidFill>
            <a:srgbClr val="9B1E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350" b="1" dirty="0">
                <a:latin typeface="Amasis MT Pro" panose="02040504050005020304" pitchFamily="18" charset="0"/>
              </a:rPr>
              <a:t>Information Gathered in Evaluation Process: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masis MT Pro" panose="02040504050005020304" pitchFamily="18" charset="0"/>
              </a:rPr>
              <a:t>Character/Background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masis MT Pro" panose="02040504050005020304" pitchFamily="18" charset="0"/>
              </a:rPr>
              <a:t>College Production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masis MT Pro" panose="02040504050005020304" pitchFamily="18" charset="0"/>
              </a:rPr>
              <a:t>Game Film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masis MT Pro" panose="02040504050005020304" pitchFamily="18" charset="0"/>
              </a:rPr>
              <a:t>GPS Tracking Data</a:t>
            </a:r>
          </a:p>
          <a:p>
            <a:endParaRPr lang="en-US" sz="1350" dirty="0">
              <a:latin typeface="Amasis MT Pro" panose="02040504050005020304" pitchFamily="18" charset="0"/>
            </a:endParaRPr>
          </a:p>
          <a:p>
            <a:r>
              <a:rPr lang="en-US" sz="1350" dirty="0">
                <a:latin typeface="Amasis MT Pro" panose="02040504050005020304" pitchFamily="18" charset="0"/>
              </a:rPr>
              <a:t>When projecting a prospect, the strongest correlations to success at the next level are </a:t>
            </a:r>
            <a:r>
              <a:rPr lang="en-US" sz="1350" b="1" dirty="0">
                <a:latin typeface="Amasis MT Pro" panose="02040504050005020304" pitchFamily="18" charset="0"/>
              </a:rPr>
              <a:t>character</a:t>
            </a:r>
            <a:r>
              <a:rPr lang="en-US" sz="1350" dirty="0">
                <a:latin typeface="Amasis MT Pro" panose="02040504050005020304" pitchFamily="18" charset="0"/>
              </a:rPr>
              <a:t> and </a:t>
            </a:r>
            <a:r>
              <a:rPr lang="en-US" sz="1350" b="1" dirty="0">
                <a:latin typeface="Amasis MT Pro" panose="02040504050005020304" pitchFamily="18" charset="0"/>
              </a:rPr>
              <a:t>functional athletic ability, </a:t>
            </a:r>
            <a:r>
              <a:rPr lang="en-US" sz="1350" dirty="0">
                <a:latin typeface="Amasis MT Pro" panose="02040504050005020304" pitchFamily="18" charset="0"/>
              </a:rPr>
              <a:t>not production.</a:t>
            </a:r>
          </a:p>
          <a:p>
            <a:endParaRPr lang="en-US" sz="1350" b="1" dirty="0">
              <a:latin typeface="Amasis MT Pro" panose="02040504050005020304" pitchFamily="18" charset="0"/>
            </a:endParaRPr>
          </a:p>
          <a:p>
            <a:r>
              <a:rPr lang="en-US" sz="1350" dirty="0">
                <a:latin typeface="Amasis MT Pro" panose="02040504050005020304" pitchFamily="18" charset="0"/>
              </a:rPr>
              <a:t>If you invest in an asset with a lower athletic ceiling, how likely are you to develop the asset to provide a surplus return on investment?</a:t>
            </a:r>
          </a:p>
          <a:p>
            <a:endParaRPr lang="en-US" sz="1350" dirty="0">
              <a:latin typeface="Amasis MT Pro" panose="020405040500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F0304A-14B3-9CEA-55B8-57D337D6DDBC}"/>
              </a:ext>
            </a:extLst>
          </p:cNvPr>
          <p:cNvSpPr>
            <a:spLocks/>
          </p:cNvSpPr>
          <p:nvPr/>
        </p:nvSpPr>
        <p:spPr>
          <a:xfrm>
            <a:off x="859914" y="1702910"/>
            <a:ext cx="10349865" cy="669347"/>
          </a:xfrm>
          <a:prstGeom prst="rect">
            <a:avLst/>
          </a:prstGeom>
          <a:solidFill>
            <a:srgbClr val="9B1E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F4F4F2"/>
                </a:solidFill>
                <a:latin typeface="Amasis MT Pro Black" panose="02040A04050005020304" pitchFamily="18" charset="0"/>
              </a:rPr>
              <a:t>Project Overview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F52BE10-FD86-7F6F-F559-302F287AB927}"/>
              </a:ext>
            </a:extLst>
          </p:cNvPr>
          <p:cNvSpPr txBox="1">
            <a:spLocks/>
          </p:cNvSpPr>
          <p:nvPr/>
        </p:nvSpPr>
        <p:spPr>
          <a:xfrm>
            <a:off x="4317234" y="1728251"/>
            <a:ext cx="3684840" cy="476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2200" dirty="0">
              <a:solidFill>
                <a:srgbClr val="F4F4F2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F960E8B-81F1-948B-5DB5-588C0522FF9B}"/>
              </a:ext>
            </a:extLst>
          </p:cNvPr>
          <p:cNvSpPr txBox="1">
            <a:spLocks/>
          </p:cNvSpPr>
          <p:nvPr/>
        </p:nvSpPr>
        <p:spPr>
          <a:xfrm>
            <a:off x="965891" y="3296104"/>
            <a:ext cx="3679925" cy="3988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600" dirty="0">
              <a:solidFill>
                <a:srgbClr val="F4F4F2"/>
              </a:solidFill>
              <a:latin typeface="Amasis MT Pro" panose="020405040500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822806-DC65-0D0C-09AE-C2105795DE08}"/>
              </a:ext>
            </a:extLst>
          </p:cNvPr>
          <p:cNvSpPr/>
          <p:nvPr/>
        </p:nvSpPr>
        <p:spPr>
          <a:xfrm>
            <a:off x="4317234" y="2423788"/>
            <a:ext cx="3419647" cy="3782289"/>
          </a:xfrm>
          <a:prstGeom prst="rect">
            <a:avLst/>
          </a:prstGeom>
          <a:solidFill>
            <a:srgbClr val="9B1E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350" b="1" dirty="0">
                <a:latin typeface="Amasis MT Pro" panose="02040504050005020304" pitchFamily="18" charset="0"/>
              </a:rPr>
              <a:t>Base of Athletic Profile: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masis MT Pro" panose="02040504050005020304" pitchFamily="18" charset="0"/>
              </a:rPr>
              <a:t>Acceleration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masis MT Pro" panose="02040504050005020304" pitchFamily="18" charset="0"/>
              </a:rPr>
              <a:t>Short-Area Quickness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masis MT Pro" panose="02040504050005020304" pitchFamily="18" charset="0"/>
              </a:rPr>
              <a:t>Foot Speed</a:t>
            </a:r>
            <a:endParaRPr lang="en-US" sz="1350" b="1" dirty="0">
              <a:latin typeface="Amasis MT Pro" panose="02040504050005020304" pitchFamily="18" charset="0"/>
            </a:endParaRPr>
          </a:p>
          <a:p>
            <a:endParaRPr lang="en-US" sz="1350" b="1" dirty="0">
              <a:latin typeface="Amasis MT Pro" panose="02040504050005020304" pitchFamily="18" charset="0"/>
            </a:endParaRPr>
          </a:p>
          <a:p>
            <a:r>
              <a:rPr lang="en-US" sz="1350" b="1" dirty="0">
                <a:latin typeface="Amasis MT Pro" panose="02040504050005020304" pitchFamily="18" charset="0"/>
              </a:rPr>
              <a:t>Problems With NFL Scouting Combine Events That Test Athletic Profile: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50" dirty="0">
                <a:latin typeface="Amasis MT Pro" panose="02040504050005020304" pitchFamily="18" charset="0"/>
              </a:rPr>
              <a:t>Timed and Measured Events aren’t simulated-football movements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50" dirty="0">
                <a:latin typeface="Amasis MT Pro" panose="02040504050005020304" pitchFamily="18" charset="0"/>
              </a:rPr>
              <a:t>Drills require a nuanced lens to fully grasp, good and bad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350" dirty="0">
              <a:latin typeface="Amasis MT Pro" panose="02040504050005020304" pitchFamily="18" charset="0"/>
            </a:endParaRPr>
          </a:p>
          <a:p>
            <a:r>
              <a:rPr lang="en-US" sz="1350" dirty="0">
                <a:latin typeface="Amasis MT Pro" panose="02040504050005020304" pitchFamily="18" charset="0"/>
              </a:rPr>
              <a:t>How do we quantify or qualify a player’s athletic floor? A 40-yard dash doesn’t matter if a defensive tackle can’t convert that speed to power for a bull-rush.</a:t>
            </a:r>
          </a:p>
          <a:p>
            <a:endParaRPr lang="en-US" sz="1000" dirty="0">
              <a:latin typeface="Amasis MT Pro" panose="02040504050005020304" pitchFamily="18" charset="0"/>
            </a:endParaRPr>
          </a:p>
          <a:p>
            <a:endParaRPr lang="en-US" sz="1000" dirty="0">
              <a:latin typeface="Amasis MT Pro" panose="020405040500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0C7A83-07DE-482B-DA7F-C16A23BC265F}"/>
              </a:ext>
            </a:extLst>
          </p:cNvPr>
          <p:cNvSpPr/>
          <p:nvPr/>
        </p:nvSpPr>
        <p:spPr>
          <a:xfrm>
            <a:off x="7790133" y="2423789"/>
            <a:ext cx="3419647" cy="3782290"/>
          </a:xfrm>
          <a:prstGeom prst="rect">
            <a:avLst/>
          </a:prstGeom>
          <a:solidFill>
            <a:srgbClr val="9B1E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350" b="1" dirty="0">
                <a:latin typeface="Amasis MT Pro" panose="02040504050005020304" pitchFamily="18" charset="0"/>
              </a:rPr>
              <a:t>Example Simulated Football Movements: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masis MT Pro" panose="02040504050005020304" pitchFamily="18" charset="0"/>
              </a:rPr>
              <a:t>Run Through Hole of Inside Zone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masis MT Pro" panose="02040504050005020304" pitchFamily="18" charset="0"/>
              </a:rPr>
              <a:t>Bull Rush OT From W9 Alignment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masis MT Pro" panose="02040504050005020304" pitchFamily="18" charset="0"/>
              </a:rPr>
              <a:t>Spot Drop Into Zone and Transition to Thrown Ball </a:t>
            </a:r>
          </a:p>
          <a:p>
            <a:endParaRPr lang="en-US" sz="1350" dirty="0">
              <a:latin typeface="Amasis MT Pro" panose="02040504050005020304" pitchFamily="18" charset="0"/>
            </a:endParaRPr>
          </a:p>
          <a:p>
            <a:r>
              <a:rPr lang="en-US" sz="1350" dirty="0">
                <a:latin typeface="Amasis MT Pro" panose="02040504050005020304" pitchFamily="18" charset="0"/>
              </a:rPr>
              <a:t>Movements are often intended to stress or create leverage. My project aims to contextualize how well prospects can stress or create leverage by calculating their: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b="1" dirty="0">
                <a:latin typeface="Amasis MT Pro" panose="02040504050005020304" pitchFamily="18" charset="0"/>
              </a:rPr>
              <a:t>Play 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b="1" dirty="0">
                <a:latin typeface="Amasis MT Pro" panose="02040504050005020304" pitchFamily="18" charset="0"/>
              </a:rPr>
              <a:t>Play Acceleration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b="1" dirty="0">
                <a:latin typeface="Amasis MT Pro" panose="02040504050005020304" pitchFamily="18" charset="0"/>
              </a:rPr>
              <a:t>Movement efficiency</a:t>
            </a:r>
          </a:p>
          <a:p>
            <a:endParaRPr lang="en-US" sz="1400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356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BBF12-05B7-1ABE-2B94-BF3E1C7E5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CBBFD2-EAF7-D5F3-839E-E74CA8C442BE}"/>
              </a:ext>
            </a:extLst>
          </p:cNvPr>
          <p:cNvSpPr/>
          <p:nvPr/>
        </p:nvSpPr>
        <p:spPr>
          <a:xfrm>
            <a:off x="557048" y="1502977"/>
            <a:ext cx="10909738" cy="484526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D986C5-1E70-088A-90AE-B321220E9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1068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4F4F2"/>
                </a:solidFill>
                <a:latin typeface="Amasis MT Pro Black" panose="02040A04050005020304" pitchFamily="18" charset="0"/>
              </a:rPr>
              <a:t>Project Construction: Philosophy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41CE98-154B-6303-2DE4-7599CDC86885}"/>
              </a:ext>
            </a:extLst>
          </p:cNvPr>
          <p:cNvSpPr/>
          <p:nvPr/>
        </p:nvSpPr>
        <p:spPr>
          <a:xfrm>
            <a:off x="838201" y="2241940"/>
            <a:ext cx="5257799" cy="3954568"/>
          </a:xfrm>
          <a:prstGeom prst="rect">
            <a:avLst/>
          </a:prstGeom>
          <a:solidFill>
            <a:srgbClr val="9B1E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rgbClr val="F4F4F2"/>
                </a:solidFill>
                <a:latin typeface="Amasis MT Pro Black" panose="02040A04050005020304" pitchFamily="18" charset="0"/>
              </a:rPr>
              <a:t>Player Tracking Data:</a:t>
            </a:r>
            <a:r>
              <a:rPr lang="en-US" sz="2000" dirty="0">
                <a:solidFill>
                  <a:srgbClr val="F4F4F2"/>
                </a:solidFill>
                <a:latin typeface="Amasis MT Pro Black" panose="02040A04050005020304" pitchFamily="18" charset="0"/>
              </a:rPr>
              <a:t> </a:t>
            </a:r>
            <a:endParaRPr lang="en-US" sz="1600" dirty="0">
              <a:solidFill>
                <a:srgbClr val="F4F4F2"/>
              </a:solidFill>
              <a:latin typeface="Amasis MT Pro" panose="02040504050005020304" pitchFamily="18" charset="0"/>
            </a:endParaRPr>
          </a:p>
          <a:p>
            <a:pPr algn="just"/>
            <a:endParaRPr lang="en-US" sz="1100" dirty="0">
              <a:solidFill>
                <a:srgbClr val="F4F4F2"/>
              </a:solidFill>
              <a:latin typeface="Amasis MT Pro" panose="02040504050005020304" pitchFamily="18" charset="0"/>
            </a:endParaRPr>
          </a:p>
          <a:p>
            <a:pPr algn="just"/>
            <a:r>
              <a:rPr lang="en-US" sz="1100" dirty="0">
                <a:latin typeface="Amasis MT Pro" panose="02040504050005020304" pitchFamily="18" charset="0"/>
              </a:rPr>
              <a:t>I primarily want to evaluate </a:t>
            </a:r>
            <a:r>
              <a:rPr lang="en-US" sz="1100" b="1" dirty="0">
                <a:latin typeface="Amasis MT Pro" panose="02040504050005020304" pitchFamily="18" charset="0"/>
              </a:rPr>
              <a:t>functional athleticism</a:t>
            </a:r>
            <a:r>
              <a:rPr lang="en-US" sz="1100" dirty="0">
                <a:latin typeface="Amasis MT Pro" panose="02040504050005020304" pitchFamily="18" charset="0"/>
              </a:rPr>
              <a:t>. Player tracking data allows us to calculate average speed, acceleration, and displacement across all positions except QB.</a:t>
            </a:r>
          </a:p>
          <a:p>
            <a:pPr algn="just"/>
            <a:endParaRPr lang="en-US" sz="1100" dirty="0">
              <a:latin typeface="Amasis MT Pro" panose="02040504050005020304" pitchFamily="18" charset="0"/>
            </a:endParaRPr>
          </a:p>
          <a:p>
            <a:pPr algn="just"/>
            <a:r>
              <a:rPr lang="en-US" sz="1100" b="1" dirty="0">
                <a:latin typeface="Amasis MT Pro" panose="02040504050005020304" pitchFamily="18" charset="0"/>
              </a:rPr>
              <a:t>These movements are captured from: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latin typeface="Amasis MT Pro" panose="02040504050005020304" pitchFamily="18" charset="0"/>
              </a:rPr>
              <a:t>2024 “Team” practice periods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latin typeface="Amasis MT Pro" panose="02040504050005020304" pitchFamily="18" charset="0"/>
              </a:rPr>
              <a:t>2024 and 2025 East–West Shrine Bowl game data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latin typeface="Amasis MT Pro" panose="02040504050005020304" pitchFamily="18" charset="0"/>
              </a:rPr>
              <a:t>2022 Practice Data (Used for Validation)</a:t>
            </a:r>
          </a:p>
          <a:p>
            <a:pPr algn="just"/>
            <a:endParaRPr lang="en-US" sz="1100" dirty="0">
              <a:latin typeface="Amasis MT Pro" panose="02040504050005020304" pitchFamily="18" charset="0"/>
            </a:endParaRPr>
          </a:p>
          <a:p>
            <a:pPr algn="just"/>
            <a:r>
              <a:rPr lang="en-US" sz="1100" dirty="0">
                <a:latin typeface="Amasis MT Pro" panose="02040504050005020304" pitchFamily="18" charset="0"/>
              </a:rPr>
              <a:t>By focusing on football-specific movement, the model isolates how athletic traits present during realistic, repeatable actions rather than isolated testing scenarios.</a:t>
            </a:r>
          </a:p>
          <a:p>
            <a:r>
              <a:rPr lang="en-US" sz="1100" dirty="0">
                <a:latin typeface="Amasis MT Pro" panose="02040504050005020304" pitchFamily="18" charset="0"/>
              </a:rPr>
              <a:t>Each metric is standardized using position-specific z-scores. Then, I take the average of all 6 z-scores to create this part of the metric, meant to emphasize consistency and repeatability of movement.</a:t>
            </a:r>
          </a:p>
          <a:p>
            <a:endParaRPr lang="en-US" sz="1100" dirty="0">
              <a:latin typeface="Amasis MT Pro" panose="02040504050005020304" pitchFamily="18" charset="0"/>
            </a:endParaRPr>
          </a:p>
          <a:p>
            <a:pPr algn="ctr"/>
            <a:endParaRPr lang="en-US" sz="1600" b="1" dirty="0">
              <a:latin typeface="Amasis MT Pro" panose="02040504050005020304" pitchFamily="18" charset="0"/>
            </a:endParaRPr>
          </a:p>
          <a:p>
            <a:pPr algn="ctr"/>
            <a:endParaRPr lang="en-US" sz="1600" b="1" dirty="0">
              <a:latin typeface="Amasis MT Pro" panose="02040504050005020304" pitchFamily="18" charset="0"/>
            </a:endParaRPr>
          </a:p>
          <a:p>
            <a:pPr algn="ctr"/>
            <a:r>
              <a:rPr lang="en-US" sz="1600" b="1" dirty="0">
                <a:latin typeface="Amasis MT Pro" panose="02040504050005020304" pitchFamily="18" charset="0"/>
              </a:rPr>
              <a:t>Weight in FADE score:</a:t>
            </a:r>
            <a:r>
              <a:rPr lang="en-US" sz="1600" dirty="0">
                <a:latin typeface="Amasis MT Pro" panose="02040504050005020304" pitchFamily="18" charset="0"/>
              </a:rPr>
              <a:t> 0.75</a:t>
            </a:r>
          </a:p>
          <a:p>
            <a:pPr algn="just"/>
            <a:endParaRPr lang="en-US" sz="1250" dirty="0">
              <a:solidFill>
                <a:srgbClr val="F4F4F2"/>
              </a:solidFill>
              <a:latin typeface="Amasis MT Pro" panose="020405040500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B0847-D36D-A18E-5FBF-B9CA94620C36}"/>
              </a:ext>
            </a:extLst>
          </p:cNvPr>
          <p:cNvSpPr>
            <a:spLocks/>
          </p:cNvSpPr>
          <p:nvPr/>
        </p:nvSpPr>
        <p:spPr>
          <a:xfrm>
            <a:off x="838200" y="1684007"/>
            <a:ext cx="10345333" cy="476906"/>
          </a:xfrm>
          <a:prstGeom prst="rect">
            <a:avLst/>
          </a:prstGeom>
          <a:solidFill>
            <a:srgbClr val="9B1E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4F4F2"/>
                </a:solidFill>
                <a:latin typeface="Amasis MT Pro Black" panose="02040A04050005020304" pitchFamily="18" charset="0"/>
              </a:rPr>
              <a:t>What information will I be using?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D4C313-2719-9203-CEE1-59795CA7C275}"/>
              </a:ext>
            </a:extLst>
          </p:cNvPr>
          <p:cNvSpPr/>
          <p:nvPr/>
        </p:nvSpPr>
        <p:spPr>
          <a:xfrm>
            <a:off x="6198302" y="2236761"/>
            <a:ext cx="4985231" cy="3954568"/>
          </a:xfrm>
          <a:prstGeom prst="rect">
            <a:avLst/>
          </a:prstGeom>
          <a:solidFill>
            <a:srgbClr val="9B1E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dirty="0">
                <a:solidFill>
                  <a:srgbClr val="F4F4F2"/>
                </a:solidFill>
                <a:latin typeface="Amasis MT Pro Black" panose="02040A04050005020304" pitchFamily="18" charset="0"/>
              </a:rPr>
              <a:t>College Production:</a:t>
            </a:r>
            <a:r>
              <a:rPr lang="en-US" sz="2000" dirty="0">
                <a:solidFill>
                  <a:srgbClr val="F4F4F2"/>
                </a:solidFill>
                <a:latin typeface="Amasis MT Pro Black" panose="02040A04050005020304" pitchFamily="18" charset="0"/>
              </a:rPr>
              <a:t> </a:t>
            </a:r>
          </a:p>
          <a:p>
            <a:endParaRPr lang="en-US" sz="1000" dirty="0">
              <a:solidFill>
                <a:srgbClr val="F4F4F2"/>
              </a:solidFill>
              <a:latin typeface="Amasis MT Pro Black" panose="02040A04050005020304" pitchFamily="18" charset="0"/>
            </a:endParaRPr>
          </a:p>
          <a:p>
            <a:pPr algn="just"/>
            <a:r>
              <a:rPr lang="en-US" sz="1050" dirty="0">
                <a:latin typeface="Amasis MT Pro" panose="02040504050005020304" pitchFamily="18" charset="0"/>
              </a:rPr>
              <a:t>College production, much like game film, serves as evidence that a prospect’s functional athletic profile has been </a:t>
            </a:r>
            <a:r>
              <a:rPr lang="en-US" sz="1050" b="1" dirty="0">
                <a:latin typeface="Amasis MT Pro" panose="02040504050005020304" pitchFamily="18" charset="0"/>
              </a:rPr>
              <a:t>utilized within a competitive environment</a:t>
            </a:r>
            <a:r>
              <a:rPr lang="en-US" sz="1050" dirty="0">
                <a:latin typeface="Amasis MT Pro" panose="02040504050005020304" pitchFamily="18" charset="0"/>
              </a:rPr>
              <a:t>. However, production is heavily influenced by development context, role, and opportunity. </a:t>
            </a:r>
            <a:r>
              <a:rPr lang="en-US" sz="1050" b="1" dirty="0">
                <a:latin typeface="Amasis MT Pro" panose="02040504050005020304" pitchFamily="18" charset="0"/>
              </a:rPr>
              <a:t>It doesn’t consistently translate across levels of play.</a:t>
            </a:r>
          </a:p>
          <a:p>
            <a:pPr algn="just"/>
            <a:endParaRPr lang="en-US" sz="1050" dirty="0">
              <a:latin typeface="Amasis MT Pro" panose="02040504050005020304" pitchFamily="18" charset="0"/>
            </a:endParaRPr>
          </a:p>
          <a:p>
            <a:pPr algn="just"/>
            <a:r>
              <a:rPr lang="en-US" sz="1050" dirty="0">
                <a:latin typeface="Amasis MT Pro" panose="02040504050005020304" pitchFamily="18" charset="0"/>
              </a:rPr>
              <a:t>Prospects participating in all-star exhibitions are often multi-year college contributors that are looking to elevate or solidify their draft stock; they’re likely to be below-average producers relative to their peers who project to be selected in the early rounds of the draft. In the event someone with above-average production is participating, they’re typically viewed as a marquee prospect. In addition, All-Star games provide similar levels of competition; this is important for smaller school prospects looking to validate their functional athleticism in front of scouts and executives.</a:t>
            </a:r>
          </a:p>
          <a:p>
            <a:pPr algn="just"/>
            <a:endParaRPr lang="en-US" sz="1050" dirty="0">
              <a:latin typeface="Amasis MT Pro" panose="02040504050005020304" pitchFamily="18" charset="0"/>
            </a:endParaRPr>
          </a:p>
          <a:p>
            <a:pPr algn="just"/>
            <a:r>
              <a:rPr lang="en-US" sz="1050" dirty="0">
                <a:latin typeface="Amasis MT Pro" panose="02040504050005020304" pitchFamily="18" charset="0"/>
              </a:rPr>
              <a:t>Given these factors, college production is a </a:t>
            </a:r>
            <a:r>
              <a:rPr lang="en-US" sz="1050" b="1" dirty="0">
                <a:latin typeface="Amasis MT Pro" panose="02040504050005020304" pitchFamily="18" charset="0"/>
              </a:rPr>
              <a:t>proportionally lower weight</a:t>
            </a:r>
            <a:r>
              <a:rPr lang="en-US" sz="1050" dirty="0">
                <a:latin typeface="Amasis MT Pro" panose="02040504050005020304" pitchFamily="18" charset="0"/>
              </a:rPr>
              <a:t> than the player tracking data. This approach preserves production as a contextual indicator while maintaining athletic translation as the primary driver of the evaluation.</a:t>
            </a:r>
          </a:p>
          <a:p>
            <a:pPr algn="ctr"/>
            <a:endParaRPr lang="en-US" sz="1600" b="1" dirty="0">
              <a:solidFill>
                <a:srgbClr val="F4F4F2"/>
              </a:solidFill>
              <a:latin typeface="Amasis MT Pro" panose="02040504050005020304" pitchFamily="18" charset="0"/>
            </a:endParaRPr>
          </a:p>
          <a:p>
            <a:pPr algn="ctr"/>
            <a:r>
              <a:rPr lang="en-US" sz="1600" b="1" dirty="0">
                <a:solidFill>
                  <a:srgbClr val="F4F4F2"/>
                </a:solidFill>
                <a:latin typeface="Amasis MT Pro" panose="02040504050005020304" pitchFamily="18" charset="0"/>
              </a:rPr>
              <a:t>Weight in FADE score: </a:t>
            </a:r>
            <a:r>
              <a:rPr lang="en-US" sz="1600" dirty="0">
                <a:solidFill>
                  <a:srgbClr val="F4F4F2"/>
                </a:solidFill>
                <a:latin typeface="Amasis MT Pro" panose="02040504050005020304" pitchFamily="18" charset="0"/>
              </a:rPr>
              <a:t>0.25</a:t>
            </a:r>
            <a:endParaRPr lang="en-US" sz="1050" b="1" dirty="0">
              <a:solidFill>
                <a:srgbClr val="F4F4F2"/>
              </a:solidFill>
              <a:latin typeface="Amasis MT Pro" panose="02040504050005020304" pitchFamily="18" charset="0"/>
            </a:endParaRPr>
          </a:p>
          <a:p>
            <a:pPr algn="just"/>
            <a:endParaRPr lang="en-US" sz="1050" dirty="0">
              <a:latin typeface="Amasis MT Pro" panose="020405040500050203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2951C80-7A57-C9C9-B952-ECFA47806ACE}"/>
              </a:ext>
            </a:extLst>
          </p:cNvPr>
          <p:cNvSpPr txBox="1">
            <a:spLocks/>
          </p:cNvSpPr>
          <p:nvPr/>
        </p:nvSpPr>
        <p:spPr>
          <a:xfrm>
            <a:off x="7525862" y="2910174"/>
            <a:ext cx="3153600" cy="3983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400" dirty="0">
              <a:solidFill>
                <a:srgbClr val="F4F4F2"/>
              </a:solidFill>
              <a:latin typeface="Amasis MT Pro" panose="020405040500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A86DB2-6DFE-E26E-0C7A-14584C1B8F97}"/>
              </a:ext>
            </a:extLst>
          </p:cNvPr>
          <p:cNvSpPr/>
          <p:nvPr/>
        </p:nvSpPr>
        <p:spPr>
          <a:xfrm>
            <a:off x="-152400" y="-162560"/>
            <a:ext cx="436880" cy="717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BC8ED0-8982-358A-4AF1-59130805E0C0}"/>
              </a:ext>
            </a:extLst>
          </p:cNvPr>
          <p:cNvSpPr/>
          <p:nvPr/>
        </p:nvSpPr>
        <p:spPr>
          <a:xfrm>
            <a:off x="11887198" y="-162560"/>
            <a:ext cx="436880" cy="717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FB3668-8ED2-17C8-8835-C98997FBBEB4}"/>
              </a:ext>
            </a:extLst>
          </p:cNvPr>
          <p:cNvSpPr/>
          <p:nvPr/>
        </p:nvSpPr>
        <p:spPr>
          <a:xfrm rot="5400000">
            <a:off x="5867399" y="-6252877"/>
            <a:ext cx="436880" cy="1247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20F50F-3725-9BB0-BB77-09CF72A4DDDB}"/>
              </a:ext>
            </a:extLst>
          </p:cNvPr>
          <p:cNvSpPr/>
          <p:nvPr/>
        </p:nvSpPr>
        <p:spPr>
          <a:xfrm rot="5400000">
            <a:off x="5867399" y="590504"/>
            <a:ext cx="436880" cy="1247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B5668D4-8301-CA8E-DC7C-1C8F04EB7500}"/>
              </a:ext>
            </a:extLst>
          </p:cNvPr>
          <p:cNvSpPr txBox="1">
            <a:spLocks/>
          </p:cNvSpPr>
          <p:nvPr/>
        </p:nvSpPr>
        <p:spPr>
          <a:xfrm>
            <a:off x="4549671" y="1728250"/>
            <a:ext cx="6633862" cy="476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2200" dirty="0">
              <a:solidFill>
                <a:srgbClr val="F4F4F2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C1F23A2-4883-708E-4488-C86F4D02A5A7}"/>
              </a:ext>
            </a:extLst>
          </p:cNvPr>
          <p:cNvSpPr txBox="1">
            <a:spLocks/>
          </p:cNvSpPr>
          <p:nvPr/>
        </p:nvSpPr>
        <p:spPr>
          <a:xfrm>
            <a:off x="965891" y="3296104"/>
            <a:ext cx="3679925" cy="3988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600" dirty="0">
              <a:solidFill>
                <a:srgbClr val="F4F4F2"/>
              </a:solidFill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874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5FBE09-B6C5-71F3-AC7F-15BD8B5DCA9E}"/>
              </a:ext>
            </a:extLst>
          </p:cNvPr>
          <p:cNvSpPr/>
          <p:nvPr/>
        </p:nvSpPr>
        <p:spPr>
          <a:xfrm>
            <a:off x="-152400" y="-162560"/>
            <a:ext cx="436880" cy="717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A1F912-9BAE-E607-B6D9-705C8EFFB06F}"/>
              </a:ext>
            </a:extLst>
          </p:cNvPr>
          <p:cNvSpPr/>
          <p:nvPr/>
        </p:nvSpPr>
        <p:spPr>
          <a:xfrm>
            <a:off x="11887198" y="-162560"/>
            <a:ext cx="436880" cy="717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093C12-F243-A387-63F2-C3CD0E910D52}"/>
              </a:ext>
            </a:extLst>
          </p:cNvPr>
          <p:cNvSpPr/>
          <p:nvPr/>
        </p:nvSpPr>
        <p:spPr>
          <a:xfrm rot="5400000">
            <a:off x="5867399" y="-6252877"/>
            <a:ext cx="436880" cy="1247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50C064-5753-0116-4F47-DF2039CC625E}"/>
              </a:ext>
            </a:extLst>
          </p:cNvPr>
          <p:cNvSpPr/>
          <p:nvPr/>
        </p:nvSpPr>
        <p:spPr>
          <a:xfrm rot="5400000">
            <a:off x="5867399" y="590504"/>
            <a:ext cx="436880" cy="1247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BB5816-F0C5-8F37-66C8-95B062751EC1}"/>
              </a:ext>
            </a:extLst>
          </p:cNvPr>
          <p:cNvSpPr/>
          <p:nvPr/>
        </p:nvSpPr>
        <p:spPr>
          <a:xfrm>
            <a:off x="767860" y="1145640"/>
            <a:ext cx="10515600" cy="522387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EBE9BA-1020-185B-0604-0308FFD72A5C}"/>
              </a:ext>
            </a:extLst>
          </p:cNvPr>
          <p:cNvSpPr/>
          <p:nvPr/>
        </p:nvSpPr>
        <p:spPr>
          <a:xfrm>
            <a:off x="978880" y="1759786"/>
            <a:ext cx="3190311" cy="846750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4F4F2"/>
                </a:solidFill>
                <a:latin typeface="Amasis MT Pro" panose="02040504050005020304" pitchFamily="18" charset="0"/>
              </a:rPr>
              <a:t>Play Speed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E53A3F-D88B-9910-9EBE-4B33C93819F2}"/>
              </a:ext>
            </a:extLst>
          </p:cNvPr>
          <p:cNvSpPr/>
          <p:nvPr/>
        </p:nvSpPr>
        <p:spPr>
          <a:xfrm>
            <a:off x="4270006" y="1759786"/>
            <a:ext cx="3521964" cy="846750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4F4F2"/>
                </a:solidFill>
                <a:latin typeface="Amasis MT Pro" panose="02040504050005020304" pitchFamily="18" charset="0"/>
              </a:rPr>
              <a:t>Quick Twitch &amp;</a:t>
            </a:r>
          </a:p>
          <a:p>
            <a:pPr algn="ctr"/>
            <a:r>
              <a:rPr lang="en-US" dirty="0">
                <a:solidFill>
                  <a:srgbClr val="F4F4F2"/>
                </a:solidFill>
                <a:latin typeface="Amasis MT Pro" panose="02040504050005020304" pitchFamily="18" charset="0"/>
              </a:rPr>
              <a:t>Speed To Power Conversion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F6A0C9-C37E-729B-5178-C1C17EA4685C}"/>
              </a:ext>
            </a:extLst>
          </p:cNvPr>
          <p:cNvSpPr/>
          <p:nvPr/>
        </p:nvSpPr>
        <p:spPr>
          <a:xfrm>
            <a:off x="7882129" y="1759115"/>
            <a:ext cx="3190310" cy="846750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4F4F2"/>
                </a:solidFill>
                <a:latin typeface="Amasis MT Pro" panose="02040504050005020304" pitchFamily="18" charset="0"/>
              </a:rPr>
              <a:t>Movement Efficiency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46B11F-A9F9-D176-4B3D-0067AA0F22E1}"/>
              </a:ext>
            </a:extLst>
          </p:cNvPr>
          <p:cNvSpPr/>
          <p:nvPr/>
        </p:nvSpPr>
        <p:spPr>
          <a:xfrm>
            <a:off x="978880" y="4904944"/>
            <a:ext cx="1554742" cy="846750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Foot Speed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F972E3-CEF7-C614-2290-872D00ECD440}"/>
              </a:ext>
            </a:extLst>
          </p:cNvPr>
          <p:cNvSpPr/>
          <p:nvPr/>
        </p:nvSpPr>
        <p:spPr>
          <a:xfrm>
            <a:off x="2684789" y="4904944"/>
            <a:ext cx="1554742" cy="846750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Acceleration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378028-9E75-DB43-2EA9-0DC1149030AE}"/>
              </a:ext>
            </a:extLst>
          </p:cNvPr>
          <p:cNvSpPr/>
          <p:nvPr/>
        </p:nvSpPr>
        <p:spPr>
          <a:xfrm>
            <a:off x="4390091" y="4904944"/>
            <a:ext cx="1554742" cy="846750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Explosiveness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CA1DED-C5BE-8C5D-9F87-7FFC4B7C8147}"/>
              </a:ext>
            </a:extLst>
          </p:cNvPr>
          <p:cNvSpPr/>
          <p:nvPr/>
        </p:nvSpPr>
        <p:spPr>
          <a:xfrm>
            <a:off x="9507818" y="4899034"/>
            <a:ext cx="1554742" cy="846750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Agility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13DC0A-0B50-61B3-DF53-571B5968DDE9}"/>
              </a:ext>
            </a:extLst>
          </p:cNvPr>
          <p:cNvSpPr/>
          <p:nvPr/>
        </p:nvSpPr>
        <p:spPr>
          <a:xfrm>
            <a:off x="7801909" y="4904944"/>
            <a:ext cx="1554742" cy="846750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Balance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D9F4CF-E100-08BA-506F-2311F6566E17}"/>
              </a:ext>
            </a:extLst>
          </p:cNvPr>
          <p:cNvSpPr/>
          <p:nvPr/>
        </p:nvSpPr>
        <p:spPr>
          <a:xfrm>
            <a:off x="6095393" y="4899221"/>
            <a:ext cx="1554742" cy="846750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Short-Area Quickness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C715490-9F0D-99DF-9A6E-48DDE26C0905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flipH="1">
            <a:off x="1756251" y="2606536"/>
            <a:ext cx="817785" cy="2298408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51C7B2-A73C-6820-B6E1-C35DA5E38230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flipH="1">
            <a:off x="3462160" y="2606536"/>
            <a:ext cx="2568828" cy="2298408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63C81D7-0C2F-F116-8030-2786301DC814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 flipH="1">
            <a:off x="5167462" y="2606536"/>
            <a:ext cx="863526" cy="2298408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3AF75F9-10CB-B048-42DE-369CB310D643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>
            <a:off x="6030988" y="2606536"/>
            <a:ext cx="841776" cy="2292685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ADFE83F-17C7-9A42-D6E7-77A3E099DEC0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>
            <a:off x="9477284" y="2605865"/>
            <a:ext cx="807905" cy="2293169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BF57677-D01B-9F41-72ED-D4EE79867514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 flipH="1">
            <a:off x="8579280" y="2605865"/>
            <a:ext cx="898004" cy="2299079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B734F23-7D28-FDDF-8B3E-102C597FFFB1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 flipH="1">
            <a:off x="6872764" y="2605865"/>
            <a:ext cx="2604520" cy="2293356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AD819EEB-8B70-76B3-18F7-B5128997458A}"/>
              </a:ext>
            </a:extLst>
          </p:cNvPr>
          <p:cNvSpPr txBox="1">
            <a:spLocks/>
          </p:cNvSpPr>
          <p:nvPr/>
        </p:nvSpPr>
        <p:spPr>
          <a:xfrm>
            <a:off x="770466" y="488490"/>
            <a:ext cx="10515600" cy="601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>
                <a:solidFill>
                  <a:srgbClr val="F4F4F2"/>
                </a:solidFill>
                <a:latin typeface="Amasis MT Pro Black" panose="02040A04050005020304" pitchFamily="18" charset="0"/>
              </a:rPr>
              <a:t>Testing Functional Speed, Strength, &amp; Length</a:t>
            </a:r>
            <a:endParaRPr lang="en-US" sz="3500" dirty="0">
              <a:solidFill>
                <a:srgbClr val="F4F4F2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CD4E6F-334C-D632-72BC-074D929B0DFC}"/>
              </a:ext>
            </a:extLst>
          </p:cNvPr>
          <p:cNvSpPr/>
          <p:nvPr/>
        </p:nvSpPr>
        <p:spPr>
          <a:xfrm>
            <a:off x="978880" y="1336411"/>
            <a:ext cx="10083680" cy="367290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4F4F2"/>
                </a:solidFill>
                <a:latin typeface="Amasis MT Pro" panose="02040504050005020304" pitchFamily="18" charset="0"/>
              </a:rPr>
              <a:t>Functional Athleticism Testing Parameters: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BF1309-B22F-5614-69CD-495589735D58}"/>
              </a:ext>
            </a:extLst>
          </p:cNvPr>
          <p:cNvSpPr/>
          <p:nvPr/>
        </p:nvSpPr>
        <p:spPr>
          <a:xfrm>
            <a:off x="978880" y="5801198"/>
            <a:ext cx="10083680" cy="367290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4F4F2"/>
                </a:solidFill>
                <a:latin typeface="Amasis MT Pro" panose="02040504050005020304" pitchFamily="18" charset="0"/>
              </a:rPr>
              <a:t>List of Athletic Traits: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90D4DE-3889-5EE2-15F4-75DB1337961B}"/>
              </a:ext>
            </a:extLst>
          </p:cNvPr>
          <p:cNvSpPr txBox="1"/>
          <p:nvPr/>
        </p:nvSpPr>
        <p:spPr>
          <a:xfrm>
            <a:off x="993987" y="2606536"/>
            <a:ext cx="1469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1C1C1C"/>
                </a:solidFill>
                <a:latin typeface="Amasis MT Pro" panose="02040504050005020304" pitchFamily="18" charset="0"/>
              </a:rPr>
              <a:t>Is made up of: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A56E2A-5CD9-7DC6-9B3D-696038D6ADAC}"/>
              </a:ext>
            </a:extLst>
          </p:cNvPr>
          <p:cNvSpPr txBox="1"/>
          <p:nvPr/>
        </p:nvSpPr>
        <p:spPr>
          <a:xfrm>
            <a:off x="4196504" y="2606536"/>
            <a:ext cx="1469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1C1C1C"/>
                </a:solidFill>
                <a:latin typeface="Amasis MT Pro" panose="02040504050005020304" pitchFamily="18" charset="0"/>
              </a:rPr>
              <a:t>Is made up of: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DBD730-BCC9-BF7A-A75D-C18D2CA31CE6}"/>
              </a:ext>
            </a:extLst>
          </p:cNvPr>
          <p:cNvSpPr txBox="1"/>
          <p:nvPr/>
        </p:nvSpPr>
        <p:spPr>
          <a:xfrm>
            <a:off x="7806399" y="2599955"/>
            <a:ext cx="1469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1C1C1C"/>
                </a:solidFill>
                <a:latin typeface="Amasis MT Pro" panose="02040504050005020304" pitchFamily="18" charset="0"/>
              </a:rPr>
              <a:t>Is made up of: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BCAC55A-579E-7E33-51BB-316935BB0AD7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2574036" y="2606536"/>
            <a:ext cx="888124" cy="2298408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02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25A3C-0B5E-07F2-4D86-87D8751E4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703E3-0003-5A3B-2E76-A0D197FBB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6" y="488490"/>
            <a:ext cx="10515600" cy="601065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solidFill>
                  <a:srgbClr val="F4F4F2"/>
                </a:solidFill>
                <a:latin typeface="Amasis MT Pro Black" panose="02040A04050005020304" pitchFamily="18" charset="0"/>
              </a:rPr>
              <a:t>Testing Functional Speed, Strength, &amp; Length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1612C5-DC03-1DF8-7F68-495CD634523D}"/>
              </a:ext>
            </a:extLst>
          </p:cNvPr>
          <p:cNvSpPr/>
          <p:nvPr/>
        </p:nvSpPr>
        <p:spPr>
          <a:xfrm>
            <a:off x="-152400" y="-162560"/>
            <a:ext cx="436880" cy="717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74B0A0-84E2-036E-C356-958A73F1261B}"/>
              </a:ext>
            </a:extLst>
          </p:cNvPr>
          <p:cNvSpPr/>
          <p:nvPr/>
        </p:nvSpPr>
        <p:spPr>
          <a:xfrm>
            <a:off x="11887198" y="-162560"/>
            <a:ext cx="436880" cy="717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58C329-9B25-279E-AE78-507A041E6C0B}"/>
              </a:ext>
            </a:extLst>
          </p:cNvPr>
          <p:cNvSpPr/>
          <p:nvPr/>
        </p:nvSpPr>
        <p:spPr>
          <a:xfrm rot="5400000">
            <a:off x="5867399" y="-6252877"/>
            <a:ext cx="436880" cy="1247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C4B2A5-D4C1-542E-B3F1-B3129EBAF017}"/>
              </a:ext>
            </a:extLst>
          </p:cNvPr>
          <p:cNvSpPr/>
          <p:nvPr/>
        </p:nvSpPr>
        <p:spPr>
          <a:xfrm rot="5400000">
            <a:off x="5867399" y="590504"/>
            <a:ext cx="436880" cy="1247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1C9BF6-1F61-3247-4875-D4A7BA41182E}"/>
              </a:ext>
            </a:extLst>
          </p:cNvPr>
          <p:cNvSpPr/>
          <p:nvPr/>
        </p:nvSpPr>
        <p:spPr>
          <a:xfrm>
            <a:off x="767860" y="1137173"/>
            <a:ext cx="10515600" cy="523233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5125F5-6583-5008-4FEC-4526334A2D43}"/>
              </a:ext>
            </a:extLst>
          </p:cNvPr>
          <p:cNvSpPr/>
          <p:nvPr/>
        </p:nvSpPr>
        <p:spPr>
          <a:xfrm>
            <a:off x="1051845" y="3441614"/>
            <a:ext cx="2545976" cy="846750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4F4F2"/>
                </a:solidFill>
                <a:latin typeface="Amasis MT Pro" panose="02040504050005020304" pitchFamily="18" charset="0"/>
              </a:rPr>
              <a:t>Play Speed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ECDA10-A111-F4EF-1BAC-DA91D67CA121}"/>
              </a:ext>
            </a:extLst>
          </p:cNvPr>
          <p:cNvSpPr/>
          <p:nvPr/>
        </p:nvSpPr>
        <p:spPr>
          <a:xfrm>
            <a:off x="1051845" y="4363725"/>
            <a:ext cx="2545976" cy="846750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4F4F2"/>
                </a:solidFill>
                <a:latin typeface="Amasis MT Pro" panose="02040504050005020304" pitchFamily="18" charset="0"/>
              </a:rPr>
              <a:t>Quick Twitch</a:t>
            </a:r>
          </a:p>
          <a:p>
            <a:pPr algn="ctr"/>
            <a:r>
              <a:rPr lang="en-US" sz="1400" dirty="0">
                <a:solidFill>
                  <a:srgbClr val="F4F4F2"/>
                </a:solidFill>
                <a:latin typeface="Amasis MT Pro" panose="02040504050005020304" pitchFamily="18" charset="0"/>
              </a:rPr>
              <a:t>Speed To Power Conversion</a:t>
            </a:r>
            <a:endParaRPr lang="en-US" dirty="0">
              <a:solidFill>
                <a:srgbClr val="F4F4F2"/>
              </a:solidFill>
              <a:latin typeface="Amasis MT Pro" panose="020405040500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A7CB4C-371C-1546-243F-419997D5822C}"/>
              </a:ext>
            </a:extLst>
          </p:cNvPr>
          <p:cNvSpPr/>
          <p:nvPr/>
        </p:nvSpPr>
        <p:spPr>
          <a:xfrm>
            <a:off x="1052546" y="5283054"/>
            <a:ext cx="2545976" cy="846750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4F4F2"/>
                </a:solidFill>
                <a:latin typeface="Amasis MT Pro" panose="02040504050005020304" pitchFamily="18" charset="0"/>
              </a:rPr>
              <a:t>Movement Efficiency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917547-1B04-8A2D-C961-E04A05328FD7}"/>
              </a:ext>
            </a:extLst>
          </p:cNvPr>
          <p:cNvSpPr/>
          <p:nvPr/>
        </p:nvSpPr>
        <p:spPr>
          <a:xfrm>
            <a:off x="7152979" y="4363725"/>
            <a:ext cx="1554742" cy="846750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95</a:t>
            </a:r>
            <a:r>
              <a:rPr lang="en-US" sz="1500" baseline="30000" dirty="0">
                <a:solidFill>
                  <a:srgbClr val="F4F4F2"/>
                </a:solidFill>
                <a:latin typeface="Amasis MT Pro" panose="02040504050005020304" pitchFamily="18" charset="0"/>
              </a:rPr>
              <a:t>th</a:t>
            </a:r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 Percentile Acceleration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0A17EC-1BB9-4C12-FC1A-827CC719C00B}"/>
              </a:ext>
            </a:extLst>
          </p:cNvPr>
          <p:cNvSpPr/>
          <p:nvPr/>
        </p:nvSpPr>
        <p:spPr>
          <a:xfrm>
            <a:off x="9517097" y="3435536"/>
            <a:ext cx="1554742" cy="846750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Max Speed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7B633C-CCC3-78E9-141B-761F79636597}"/>
              </a:ext>
            </a:extLst>
          </p:cNvPr>
          <p:cNvSpPr/>
          <p:nvPr/>
        </p:nvSpPr>
        <p:spPr>
          <a:xfrm>
            <a:off x="6199989" y="3435536"/>
            <a:ext cx="1554742" cy="846750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Average Speed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9F1AC6-A895-52E3-793F-97C83AC62DB3}"/>
              </a:ext>
            </a:extLst>
          </p:cNvPr>
          <p:cNvSpPr/>
          <p:nvPr/>
        </p:nvSpPr>
        <p:spPr>
          <a:xfrm>
            <a:off x="7858543" y="3435536"/>
            <a:ext cx="1554742" cy="846750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75</a:t>
            </a:r>
            <a:r>
              <a:rPr lang="en-US" sz="1500" baseline="30000" dirty="0">
                <a:solidFill>
                  <a:srgbClr val="F4F4F2"/>
                </a:solidFill>
                <a:latin typeface="Amasis MT Pro" panose="02040504050005020304" pitchFamily="18" charset="0"/>
              </a:rPr>
              <a:t>th</a:t>
            </a:r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 Percentile Speed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ADEC2B-0B9A-4CB1-B9E8-12476278DF0C}"/>
              </a:ext>
            </a:extLst>
          </p:cNvPr>
          <p:cNvSpPr/>
          <p:nvPr/>
        </p:nvSpPr>
        <p:spPr>
          <a:xfrm>
            <a:off x="7858543" y="5283054"/>
            <a:ext cx="1554742" cy="846750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Wasted Displacement Ratio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9C492E-FC9A-747E-777B-6529A27C5805}"/>
              </a:ext>
            </a:extLst>
          </p:cNvPr>
          <p:cNvSpPr/>
          <p:nvPr/>
        </p:nvSpPr>
        <p:spPr>
          <a:xfrm>
            <a:off x="8778061" y="4363725"/>
            <a:ext cx="1554742" cy="846750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Max Acceleration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06163E2-D7FC-0861-FF49-2F8FC3B94858}"/>
              </a:ext>
            </a:extLst>
          </p:cNvPr>
          <p:cNvCxnSpPr>
            <a:cxnSpLocks/>
          </p:cNvCxnSpPr>
          <p:nvPr/>
        </p:nvCxnSpPr>
        <p:spPr>
          <a:xfrm>
            <a:off x="3752193" y="3858911"/>
            <a:ext cx="2186151" cy="0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908C533-47E3-9E82-D84C-9EE663A09FF0}"/>
              </a:ext>
            </a:extLst>
          </p:cNvPr>
          <p:cNvCxnSpPr>
            <a:cxnSpLocks/>
          </p:cNvCxnSpPr>
          <p:nvPr/>
        </p:nvCxnSpPr>
        <p:spPr>
          <a:xfrm>
            <a:off x="3752193" y="4820607"/>
            <a:ext cx="3069020" cy="0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77D6373-1306-CB9A-8F5B-A4882C67B16F}"/>
              </a:ext>
            </a:extLst>
          </p:cNvPr>
          <p:cNvCxnSpPr>
            <a:cxnSpLocks/>
          </p:cNvCxnSpPr>
          <p:nvPr/>
        </p:nvCxnSpPr>
        <p:spPr>
          <a:xfrm flipV="1">
            <a:off x="3752193" y="5706429"/>
            <a:ext cx="3878317" cy="28578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8AC7A93-2949-5AC8-9693-2B45EC2714BF}"/>
              </a:ext>
            </a:extLst>
          </p:cNvPr>
          <p:cNvSpPr txBox="1"/>
          <p:nvPr/>
        </p:nvSpPr>
        <p:spPr>
          <a:xfrm>
            <a:off x="931331" y="1210729"/>
            <a:ext cx="103013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masis MT Pro" panose="02040504050005020304" pitchFamily="18" charset="0"/>
              </a:rPr>
              <a:t>Per player and simulated football movement, what are we trying to find in the player tracking data?</a:t>
            </a:r>
          </a:p>
          <a:p>
            <a:endParaRPr lang="en-US" b="1" dirty="0">
              <a:latin typeface="Amasis MT Pro" panose="020405040500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latin typeface="Amasis MT Pro" panose="02040504050005020304" pitchFamily="18" charset="0"/>
              </a:rPr>
              <a:t>Play Speed: How much displacement was covered by a prospect in how much time.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Amasis MT Pro" panose="02040504050005020304" pitchFamily="18" charset="0"/>
              </a:rPr>
              <a:t>Quick Twitch/Speed to Power: How quickly a player gets out of stance/generates significant power.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Amasis MT Pro" panose="02040504050005020304" pitchFamily="18" charset="0"/>
              </a:rPr>
              <a:t>Movement Efficiency: How tight of a path a player adheres to when moving.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1D82FF6-87EC-7C72-22F0-2AFDFE1F8A19}"/>
              </a:ext>
            </a:extLst>
          </p:cNvPr>
          <p:cNvSpPr/>
          <p:nvPr/>
        </p:nvSpPr>
        <p:spPr>
          <a:xfrm>
            <a:off x="6199989" y="3064349"/>
            <a:ext cx="4871850" cy="296917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4F4F2"/>
                </a:solidFill>
                <a:latin typeface="Amasis MT Pro" panose="02040504050005020304" pitchFamily="18" charset="0"/>
              </a:rPr>
              <a:t>Information Collected Per Movement:</a:t>
            </a:r>
          </a:p>
        </p:txBody>
      </p:sp>
    </p:spTree>
    <p:extLst>
      <p:ext uri="{BB962C8B-B14F-4D97-AF65-F5344CB8AC3E}">
        <p14:creationId xmlns:p14="http://schemas.microsoft.com/office/powerpoint/2010/main" val="3270628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F7BB6-DB29-7547-5B3F-455608651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BA2FA-C3A7-AD2C-0C93-4E894DAC6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632" y="265791"/>
            <a:ext cx="10515600" cy="52191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4F4F2"/>
                </a:solidFill>
                <a:latin typeface="Amasis MT Pro Black" panose="02040A04050005020304" pitchFamily="18" charset="0"/>
              </a:rPr>
              <a:t>Score Calculation</a:t>
            </a:r>
            <a:endParaRPr lang="en-US" sz="3500" dirty="0">
              <a:solidFill>
                <a:srgbClr val="F4F4F2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F6A6C6-5C1B-1690-ABF6-3D1675CF28FD}"/>
              </a:ext>
            </a:extLst>
          </p:cNvPr>
          <p:cNvSpPr/>
          <p:nvPr/>
        </p:nvSpPr>
        <p:spPr>
          <a:xfrm>
            <a:off x="-152400" y="-162560"/>
            <a:ext cx="436880" cy="717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442F42-46DE-2F39-D766-3A9D389A98FD}"/>
              </a:ext>
            </a:extLst>
          </p:cNvPr>
          <p:cNvSpPr/>
          <p:nvPr/>
        </p:nvSpPr>
        <p:spPr>
          <a:xfrm>
            <a:off x="11887198" y="-162560"/>
            <a:ext cx="436880" cy="717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4088AA-4960-6CBE-6371-B201F71F230F}"/>
              </a:ext>
            </a:extLst>
          </p:cNvPr>
          <p:cNvSpPr/>
          <p:nvPr/>
        </p:nvSpPr>
        <p:spPr>
          <a:xfrm rot="5400000">
            <a:off x="5867399" y="-6252877"/>
            <a:ext cx="436880" cy="1247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1737A-C9DA-431F-8228-DA87F8F657AC}"/>
              </a:ext>
            </a:extLst>
          </p:cNvPr>
          <p:cNvSpPr/>
          <p:nvPr/>
        </p:nvSpPr>
        <p:spPr>
          <a:xfrm rot="5400000">
            <a:off x="5867399" y="590504"/>
            <a:ext cx="436880" cy="1247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742BE1-6191-FD68-173C-FF141E1250F7}"/>
              </a:ext>
            </a:extLst>
          </p:cNvPr>
          <p:cNvSpPr/>
          <p:nvPr/>
        </p:nvSpPr>
        <p:spPr>
          <a:xfrm>
            <a:off x="436227" y="1000743"/>
            <a:ext cx="11291581" cy="540852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3CCEB6-8620-7463-2BC2-3DBC19DF50EA}"/>
              </a:ext>
            </a:extLst>
          </p:cNvPr>
          <p:cNvSpPr/>
          <p:nvPr/>
        </p:nvSpPr>
        <p:spPr>
          <a:xfrm>
            <a:off x="1354667" y="3938479"/>
            <a:ext cx="2776972" cy="502822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95</a:t>
            </a:r>
            <a:r>
              <a:rPr lang="en-US" sz="1500" baseline="30000" dirty="0">
                <a:solidFill>
                  <a:srgbClr val="F4F4F2"/>
                </a:solidFill>
                <a:latin typeface="Amasis MT Pro" panose="02040504050005020304" pitchFamily="18" charset="0"/>
              </a:rPr>
              <a:t>th</a:t>
            </a:r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 Percentile Acceleration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53D00ED-AC89-A028-E3D9-10DB13CA30EE}"/>
              </a:ext>
            </a:extLst>
          </p:cNvPr>
          <p:cNvSpPr/>
          <p:nvPr/>
        </p:nvSpPr>
        <p:spPr>
          <a:xfrm>
            <a:off x="1354667" y="3280188"/>
            <a:ext cx="2776972" cy="502822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Max Speed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01444C6-E820-D88B-8A4B-BB726BC5619E}"/>
              </a:ext>
            </a:extLst>
          </p:cNvPr>
          <p:cNvSpPr/>
          <p:nvPr/>
        </p:nvSpPr>
        <p:spPr>
          <a:xfrm>
            <a:off x="1354667" y="1969872"/>
            <a:ext cx="2776972" cy="502822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F4F4F2"/>
                </a:solidFill>
                <a:latin typeface="Amasis MT Pro" panose="02040504050005020304" pitchFamily="18" charset="0"/>
              </a:rPr>
              <a:t>Average Speed</a:t>
            </a:r>
            <a:endParaRPr lang="en-US" sz="1500" dirty="0">
              <a:solidFill>
                <a:srgbClr val="F4F4F2"/>
              </a:solidFill>
              <a:latin typeface="Amasis MT Pro" panose="020405040500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DF6992-D137-6E12-4F89-742F4281CF1B}"/>
              </a:ext>
            </a:extLst>
          </p:cNvPr>
          <p:cNvSpPr/>
          <p:nvPr/>
        </p:nvSpPr>
        <p:spPr>
          <a:xfrm>
            <a:off x="1354667" y="2611242"/>
            <a:ext cx="2776972" cy="502822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75</a:t>
            </a:r>
            <a:r>
              <a:rPr lang="en-US" sz="1500" baseline="30000" dirty="0">
                <a:solidFill>
                  <a:srgbClr val="F4F4F2"/>
                </a:solidFill>
                <a:latin typeface="Amasis MT Pro" panose="02040504050005020304" pitchFamily="18" charset="0"/>
              </a:rPr>
              <a:t>th</a:t>
            </a:r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 Percentile Speed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5ECA67B-44EB-BC14-1DC6-46C7FEED3ADE}"/>
              </a:ext>
            </a:extLst>
          </p:cNvPr>
          <p:cNvSpPr/>
          <p:nvPr/>
        </p:nvSpPr>
        <p:spPr>
          <a:xfrm>
            <a:off x="1354667" y="5286740"/>
            <a:ext cx="2776972" cy="502822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Wasted Displacement Ratio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9C85ACC-D4A0-6B6C-C218-F28FBBE6946C}"/>
              </a:ext>
            </a:extLst>
          </p:cNvPr>
          <p:cNvSpPr/>
          <p:nvPr/>
        </p:nvSpPr>
        <p:spPr>
          <a:xfrm>
            <a:off x="1354667" y="4605239"/>
            <a:ext cx="2776972" cy="502822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Max Acceleration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78544B6-BDBA-D211-C1CA-B5D5B5743B6B}"/>
              </a:ext>
            </a:extLst>
          </p:cNvPr>
          <p:cNvSpPr/>
          <p:nvPr/>
        </p:nvSpPr>
        <p:spPr>
          <a:xfrm>
            <a:off x="4707267" y="3938479"/>
            <a:ext cx="985671" cy="502822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Z-Score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AC0C8C5-DAA0-512B-B29D-8A17C1161ECC}"/>
              </a:ext>
            </a:extLst>
          </p:cNvPr>
          <p:cNvSpPr/>
          <p:nvPr/>
        </p:nvSpPr>
        <p:spPr>
          <a:xfrm>
            <a:off x="4707267" y="3280188"/>
            <a:ext cx="985671" cy="502822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Z-Score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E37BE8B-9CC3-0A52-7D3C-90529AB8D577}"/>
              </a:ext>
            </a:extLst>
          </p:cNvPr>
          <p:cNvSpPr/>
          <p:nvPr/>
        </p:nvSpPr>
        <p:spPr>
          <a:xfrm>
            <a:off x="4707267" y="1969872"/>
            <a:ext cx="985671" cy="502822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Z-Score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660F7B6-BB43-E5E2-3020-B4442D7C1D19}"/>
              </a:ext>
            </a:extLst>
          </p:cNvPr>
          <p:cNvSpPr/>
          <p:nvPr/>
        </p:nvSpPr>
        <p:spPr>
          <a:xfrm>
            <a:off x="4707267" y="2611242"/>
            <a:ext cx="985671" cy="502822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Z-Score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02C1814-7912-9AA3-8D81-0A9226858E48}"/>
              </a:ext>
            </a:extLst>
          </p:cNvPr>
          <p:cNvSpPr/>
          <p:nvPr/>
        </p:nvSpPr>
        <p:spPr>
          <a:xfrm>
            <a:off x="4707267" y="5286740"/>
            <a:ext cx="985671" cy="502822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Z-Score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C8967EF-0F5D-766E-9DA0-08467F81BB28}"/>
              </a:ext>
            </a:extLst>
          </p:cNvPr>
          <p:cNvSpPr/>
          <p:nvPr/>
        </p:nvSpPr>
        <p:spPr>
          <a:xfrm>
            <a:off x="4707267" y="4605239"/>
            <a:ext cx="985671" cy="502822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Z-Score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C703F46-A57F-334B-17DC-51E008E75ADC}"/>
              </a:ext>
            </a:extLst>
          </p:cNvPr>
          <p:cNvCxnSpPr>
            <a:cxnSpLocks/>
            <a:stCxn id="31" idx="3"/>
            <a:endCxn id="39" idx="1"/>
          </p:cNvCxnSpPr>
          <p:nvPr/>
        </p:nvCxnSpPr>
        <p:spPr>
          <a:xfrm>
            <a:off x="4131639" y="2221283"/>
            <a:ext cx="575628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89365B4-4F6D-2D5B-054F-F9FECD816A19}"/>
              </a:ext>
            </a:extLst>
          </p:cNvPr>
          <p:cNvCxnSpPr>
            <a:cxnSpLocks/>
            <a:stCxn id="36" idx="3"/>
            <a:endCxn id="42" idx="1"/>
          </p:cNvCxnSpPr>
          <p:nvPr/>
        </p:nvCxnSpPr>
        <p:spPr>
          <a:xfrm>
            <a:off x="4131639" y="4856650"/>
            <a:ext cx="575628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D4057AC-A1FD-3B2B-ED3D-11D5ED024E37}"/>
              </a:ext>
            </a:extLst>
          </p:cNvPr>
          <p:cNvCxnSpPr>
            <a:cxnSpLocks/>
            <a:stCxn id="34" idx="3"/>
            <a:endCxn id="40" idx="1"/>
          </p:cNvCxnSpPr>
          <p:nvPr/>
        </p:nvCxnSpPr>
        <p:spPr>
          <a:xfrm>
            <a:off x="4131639" y="2862653"/>
            <a:ext cx="575628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FBED77E-0701-7D77-B436-0C1EB02EAAB5}"/>
              </a:ext>
            </a:extLst>
          </p:cNvPr>
          <p:cNvCxnSpPr>
            <a:cxnSpLocks/>
            <a:stCxn id="30" idx="3"/>
            <a:endCxn id="38" idx="1"/>
          </p:cNvCxnSpPr>
          <p:nvPr/>
        </p:nvCxnSpPr>
        <p:spPr>
          <a:xfrm>
            <a:off x="4131639" y="3531599"/>
            <a:ext cx="575628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6BA2DA2-46F1-5F1D-11BB-9C626A4D6715}"/>
              </a:ext>
            </a:extLst>
          </p:cNvPr>
          <p:cNvCxnSpPr>
            <a:cxnSpLocks/>
            <a:stCxn id="29" idx="3"/>
            <a:endCxn id="37" idx="1"/>
          </p:cNvCxnSpPr>
          <p:nvPr/>
        </p:nvCxnSpPr>
        <p:spPr>
          <a:xfrm>
            <a:off x="4131639" y="4189890"/>
            <a:ext cx="575628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12D2168-C479-4CED-276A-B1C9705379F5}"/>
              </a:ext>
            </a:extLst>
          </p:cNvPr>
          <p:cNvCxnSpPr>
            <a:cxnSpLocks/>
            <a:stCxn id="35" idx="3"/>
            <a:endCxn id="41" idx="1"/>
          </p:cNvCxnSpPr>
          <p:nvPr/>
        </p:nvCxnSpPr>
        <p:spPr>
          <a:xfrm>
            <a:off x="4131639" y="5538151"/>
            <a:ext cx="575628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Multiplication Sign 60">
            <a:extLst>
              <a:ext uri="{FF2B5EF4-FFF2-40B4-BE49-F238E27FC236}">
                <a16:creationId xmlns:a16="http://schemas.microsoft.com/office/drawing/2014/main" id="{D81417C1-D5ED-7AFB-32EC-02EBF7E424C1}"/>
              </a:ext>
            </a:extLst>
          </p:cNvPr>
          <p:cNvSpPr/>
          <p:nvPr/>
        </p:nvSpPr>
        <p:spPr>
          <a:xfrm>
            <a:off x="8583498" y="1470338"/>
            <a:ext cx="746620" cy="846750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1B79241-EBD9-79F9-8C99-3AE62523726E}"/>
              </a:ext>
            </a:extLst>
          </p:cNvPr>
          <p:cNvSpPr/>
          <p:nvPr/>
        </p:nvSpPr>
        <p:spPr>
          <a:xfrm>
            <a:off x="6607925" y="1491616"/>
            <a:ext cx="2013038" cy="778217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Averaged</a:t>
            </a:r>
          </a:p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Functional Athleticism Z-Score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A361CE1-B7B5-E672-8781-C9AB9DF5C8F5}"/>
              </a:ext>
            </a:extLst>
          </p:cNvPr>
          <p:cNvCxnSpPr>
            <a:cxnSpLocks/>
            <a:stCxn id="39" idx="3"/>
            <a:endCxn id="62" idx="1"/>
          </p:cNvCxnSpPr>
          <p:nvPr/>
        </p:nvCxnSpPr>
        <p:spPr>
          <a:xfrm flipV="1">
            <a:off x="5692938" y="1880725"/>
            <a:ext cx="914987" cy="340558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C363447-0976-E0CA-969E-0A7637F2FF12}"/>
              </a:ext>
            </a:extLst>
          </p:cNvPr>
          <p:cNvCxnSpPr>
            <a:cxnSpLocks/>
            <a:stCxn id="42" idx="3"/>
            <a:endCxn id="62" idx="1"/>
          </p:cNvCxnSpPr>
          <p:nvPr/>
        </p:nvCxnSpPr>
        <p:spPr>
          <a:xfrm flipV="1">
            <a:off x="5692938" y="1880725"/>
            <a:ext cx="914987" cy="2975925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FD0CC89-75C6-543A-5DC4-077A2E4F3606}"/>
              </a:ext>
            </a:extLst>
          </p:cNvPr>
          <p:cNvCxnSpPr>
            <a:cxnSpLocks/>
            <a:stCxn id="40" idx="3"/>
            <a:endCxn id="62" idx="1"/>
          </p:cNvCxnSpPr>
          <p:nvPr/>
        </p:nvCxnSpPr>
        <p:spPr>
          <a:xfrm flipV="1">
            <a:off x="5692938" y="1880725"/>
            <a:ext cx="914987" cy="981928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E7A2234-46CC-2975-9FE7-F569BD47856D}"/>
              </a:ext>
            </a:extLst>
          </p:cNvPr>
          <p:cNvCxnSpPr>
            <a:cxnSpLocks/>
            <a:stCxn id="38" idx="3"/>
            <a:endCxn id="62" idx="1"/>
          </p:cNvCxnSpPr>
          <p:nvPr/>
        </p:nvCxnSpPr>
        <p:spPr>
          <a:xfrm flipV="1">
            <a:off x="5692938" y="1880725"/>
            <a:ext cx="914987" cy="1650874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E12A037-8FC5-5CD8-8735-715459B77686}"/>
              </a:ext>
            </a:extLst>
          </p:cNvPr>
          <p:cNvCxnSpPr>
            <a:cxnSpLocks/>
            <a:stCxn id="37" idx="3"/>
            <a:endCxn id="62" idx="1"/>
          </p:cNvCxnSpPr>
          <p:nvPr/>
        </p:nvCxnSpPr>
        <p:spPr>
          <a:xfrm flipV="1">
            <a:off x="5692938" y="1880725"/>
            <a:ext cx="914987" cy="2309165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C066B5F-A007-583E-B327-10038506B9BD}"/>
              </a:ext>
            </a:extLst>
          </p:cNvPr>
          <p:cNvCxnSpPr>
            <a:cxnSpLocks/>
            <a:stCxn id="41" idx="3"/>
            <a:endCxn id="62" idx="1"/>
          </p:cNvCxnSpPr>
          <p:nvPr/>
        </p:nvCxnSpPr>
        <p:spPr>
          <a:xfrm flipV="1">
            <a:off x="5692938" y="1880725"/>
            <a:ext cx="914987" cy="3657426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CA054608-4FD9-DF76-E3D4-7CA25E69B3E2}"/>
              </a:ext>
            </a:extLst>
          </p:cNvPr>
          <p:cNvSpPr/>
          <p:nvPr/>
        </p:nvSpPr>
        <p:spPr>
          <a:xfrm>
            <a:off x="9330118" y="1470337"/>
            <a:ext cx="973373" cy="799495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0.75</a:t>
            </a:r>
          </a:p>
        </p:txBody>
      </p:sp>
      <p:sp>
        <p:nvSpPr>
          <p:cNvPr id="144" name="Multiplication Sign 143">
            <a:extLst>
              <a:ext uri="{FF2B5EF4-FFF2-40B4-BE49-F238E27FC236}">
                <a16:creationId xmlns:a16="http://schemas.microsoft.com/office/drawing/2014/main" id="{57F791DE-AF68-68CF-C323-2C5029C45D34}"/>
              </a:ext>
            </a:extLst>
          </p:cNvPr>
          <p:cNvSpPr/>
          <p:nvPr/>
        </p:nvSpPr>
        <p:spPr>
          <a:xfrm>
            <a:off x="8583890" y="2718814"/>
            <a:ext cx="746620" cy="846750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BDE891DD-4C1E-F655-A63D-9038C0982862}"/>
              </a:ext>
            </a:extLst>
          </p:cNvPr>
          <p:cNvSpPr/>
          <p:nvPr/>
        </p:nvSpPr>
        <p:spPr>
          <a:xfrm>
            <a:off x="6607925" y="2740091"/>
            <a:ext cx="2000740" cy="778217"/>
          </a:xfrm>
          <a:prstGeom prst="rect">
            <a:avLst/>
          </a:prstGeom>
          <a:solidFill>
            <a:srgbClr val="0B1F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Averaged Production Z-Score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5B19622C-C11B-62D8-344B-DAE45AAA37E0}"/>
              </a:ext>
            </a:extLst>
          </p:cNvPr>
          <p:cNvSpPr/>
          <p:nvPr/>
        </p:nvSpPr>
        <p:spPr>
          <a:xfrm>
            <a:off x="9330510" y="2718813"/>
            <a:ext cx="973373" cy="799495"/>
          </a:xfrm>
          <a:prstGeom prst="rect">
            <a:avLst/>
          </a:prstGeom>
          <a:solidFill>
            <a:srgbClr val="0B1F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4F4F2"/>
                </a:solidFill>
                <a:latin typeface="Amasis MT Pro" panose="02040504050005020304" pitchFamily="18" charset="0"/>
              </a:rPr>
              <a:t>0.25</a:t>
            </a:r>
          </a:p>
        </p:txBody>
      </p:sp>
      <p:sp>
        <p:nvSpPr>
          <p:cNvPr id="160" name="Plus Sign 159">
            <a:extLst>
              <a:ext uri="{FF2B5EF4-FFF2-40B4-BE49-F238E27FC236}">
                <a16:creationId xmlns:a16="http://schemas.microsoft.com/office/drawing/2014/main" id="{9769D0CE-505A-65B1-FD53-DA48BC9194E8}"/>
              </a:ext>
            </a:extLst>
          </p:cNvPr>
          <p:cNvSpPr/>
          <p:nvPr/>
        </p:nvSpPr>
        <p:spPr>
          <a:xfrm>
            <a:off x="10420329" y="2190208"/>
            <a:ext cx="778924" cy="741402"/>
          </a:xfrm>
          <a:prstGeom prst="mathPl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B0AB9630-628D-6C2F-2BDA-E09997FB290C}"/>
              </a:ext>
            </a:extLst>
          </p:cNvPr>
          <p:cNvSpPr/>
          <p:nvPr/>
        </p:nvSpPr>
        <p:spPr>
          <a:xfrm>
            <a:off x="6249798" y="3662279"/>
            <a:ext cx="4949455" cy="16476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7776E01-50A9-2658-2B42-A94A196E47BE}"/>
              </a:ext>
            </a:extLst>
          </p:cNvPr>
          <p:cNvSpPr/>
          <p:nvPr/>
        </p:nvSpPr>
        <p:spPr>
          <a:xfrm>
            <a:off x="6607925" y="3992380"/>
            <a:ext cx="3695566" cy="675347"/>
          </a:xfrm>
          <a:prstGeom prst="rect">
            <a:avLst/>
          </a:prstGeom>
          <a:solidFill>
            <a:srgbClr val="1C1C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masis MT Pro" panose="02040504050005020304" pitchFamily="18" charset="0"/>
              </a:rPr>
              <a:t>Adjusted Weighed Z-Score</a:t>
            </a:r>
          </a:p>
        </p:txBody>
      </p:sp>
      <p:sp>
        <p:nvSpPr>
          <p:cNvPr id="163" name="Arrow: Right 162">
            <a:extLst>
              <a:ext uri="{FF2B5EF4-FFF2-40B4-BE49-F238E27FC236}">
                <a16:creationId xmlns:a16="http://schemas.microsoft.com/office/drawing/2014/main" id="{D81FF33B-F1EF-0B21-3A69-0E2ADA103FF2}"/>
              </a:ext>
            </a:extLst>
          </p:cNvPr>
          <p:cNvSpPr/>
          <p:nvPr/>
        </p:nvSpPr>
        <p:spPr>
          <a:xfrm rot="5400000">
            <a:off x="8196044" y="4856446"/>
            <a:ext cx="545284" cy="34059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0B6D338-E65D-F9B5-C189-3030EF103A7B}"/>
              </a:ext>
            </a:extLst>
          </p:cNvPr>
          <p:cNvSpPr/>
          <p:nvPr/>
        </p:nvSpPr>
        <p:spPr>
          <a:xfrm>
            <a:off x="8763462" y="4814501"/>
            <a:ext cx="2759671" cy="484886"/>
          </a:xfrm>
          <a:prstGeom prst="rect">
            <a:avLst/>
          </a:prstGeom>
          <a:solidFill>
            <a:srgbClr val="1C1C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Amasis MT Pro" panose="02040504050005020304" pitchFamily="18" charset="0"/>
              </a:rPr>
              <a:t>Ranked by Position w All EWS participants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17DD04F6-B83C-73FF-A0D2-CD8B3319AA35}"/>
              </a:ext>
            </a:extLst>
          </p:cNvPr>
          <p:cNvSpPr/>
          <p:nvPr/>
        </p:nvSpPr>
        <p:spPr>
          <a:xfrm>
            <a:off x="6607925" y="5474317"/>
            <a:ext cx="3695566" cy="675347"/>
          </a:xfrm>
          <a:prstGeom prst="rect">
            <a:avLst/>
          </a:prstGeom>
          <a:solidFill>
            <a:srgbClr val="3A3F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masis MT Pro" panose="02040504050005020304" pitchFamily="18" charset="0"/>
              </a:rPr>
              <a:t>FADE Score (Out of 100)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B975A39-5171-D1DC-5757-CAD81FEE15DA}"/>
              </a:ext>
            </a:extLst>
          </p:cNvPr>
          <p:cNvSpPr/>
          <p:nvPr/>
        </p:nvSpPr>
        <p:spPr>
          <a:xfrm>
            <a:off x="1031100" y="1539783"/>
            <a:ext cx="3430833" cy="304384"/>
          </a:xfrm>
          <a:prstGeom prst="rect">
            <a:avLst/>
          </a:prstGeom>
          <a:solidFill>
            <a:srgbClr val="9B1E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F4F4F2"/>
                </a:solidFill>
                <a:latin typeface="Amasis MT Pro" panose="02040504050005020304" pitchFamily="18" charset="0"/>
              </a:rPr>
              <a:t>Averages Per Player</a:t>
            </a:r>
          </a:p>
        </p:txBody>
      </p:sp>
    </p:spTree>
    <p:extLst>
      <p:ext uri="{BB962C8B-B14F-4D97-AF65-F5344CB8AC3E}">
        <p14:creationId xmlns:p14="http://schemas.microsoft.com/office/powerpoint/2010/main" val="2577283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71DD5B33-ED32-73AA-C9DF-EB3DAE2A3E44}"/>
              </a:ext>
            </a:extLst>
          </p:cNvPr>
          <p:cNvSpPr/>
          <p:nvPr/>
        </p:nvSpPr>
        <p:spPr>
          <a:xfrm>
            <a:off x="392064" y="907943"/>
            <a:ext cx="11355987" cy="550124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133DD1-4D9D-5B33-7024-CA1D90853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901"/>
            <a:ext cx="10515600" cy="64994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4F4F2"/>
                </a:solidFill>
                <a:latin typeface="Amasis MT Pro Black" panose="02040A04050005020304" pitchFamily="18" charset="0"/>
              </a:rPr>
              <a:t>Player Projection &amp; Tiering: Modeling</a:t>
            </a:r>
            <a:endParaRPr lang="en-US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4234A5-0EEB-B757-4D69-F07769377F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091"/>
          <a:stretch>
            <a:fillRect/>
          </a:stretch>
        </p:blipFill>
        <p:spPr>
          <a:xfrm>
            <a:off x="5712221" y="1578476"/>
            <a:ext cx="5624643" cy="4257309"/>
          </a:xfrm>
          <a:ln w="38100">
            <a:solidFill>
              <a:srgbClr val="1C1C1C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7F4F087-24D4-A72A-4A7D-BB77B26A2E47}"/>
              </a:ext>
            </a:extLst>
          </p:cNvPr>
          <p:cNvSpPr/>
          <p:nvPr/>
        </p:nvSpPr>
        <p:spPr>
          <a:xfrm>
            <a:off x="-152400" y="-162560"/>
            <a:ext cx="436880" cy="717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AA0905-0F1C-7DD0-328E-4FEC4BE492B4}"/>
              </a:ext>
            </a:extLst>
          </p:cNvPr>
          <p:cNvSpPr/>
          <p:nvPr/>
        </p:nvSpPr>
        <p:spPr>
          <a:xfrm>
            <a:off x="11887198" y="-162560"/>
            <a:ext cx="436880" cy="717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5D1757-2D69-5554-833D-A50270586812}"/>
              </a:ext>
            </a:extLst>
          </p:cNvPr>
          <p:cNvSpPr/>
          <p:nvPr/>
        </p:nvSpPr>
        <p:spPr>
          <a:xfrm rot="5400000">
            <a:off x="5867399" y="-6252877"/>
            <a:ext cx="436880" cy="1247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F2D008-6653-F754-775A-E3403A7E81B5}"/>
              </a:ext>
            </a:extLst>
          </p:cNvPr>
          <p:cNvSpPr/>
          <p:nvPr/>
        </p:nvSpPr>
        <p:spPr>
          <a:xfrm rot="5400000">
            <a:off x="5867399" y="590504"/>
            <a:ext cx="436880" cy="1247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B442347-B648-297C-4238-AB6332B65D73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9541936" y="2616675"/>
            <a:ext cx="709913" cy="4039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05979D3-3B39-3953-95E9-9EF542B1F313}"/>
              </a:ext>
            </a:extLst>
          </p:cNvPr>
          <p:cNvSpPr txBox="1"/>
          <p:nvPr/>
        </p:nvSpPr>
        <p:spPr>
          <a:xfrm>
            <a:off x="9530049" y="2355065"/>
            <a:ext cx="1443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masis MT Pro" panose="02040504050005020304" pitchFamily="18" charset="0"/>
              </a:rPr>
              <a:t>Tier 1 Participants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F8DB6B0-BADD-12F5-028B-09E5611E7983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6942219" y="2325205"/>
            <a:ext cx="473774" cy="2119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7376108-4B61-DB0D-F7D1-B504FFE16225}"/>
              </a:ext>
            </a:extLst>
          </p:cNvPr>
          <p:cNvSpPr txBox="1"/>
          <p:nvPr/>
        </p:nvSpPr>
        <p:spPr>
          <a:xfrm>
            <a:off x="5770412" y="2063595"/>
            <a:ext cx="2343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masis MT Pro" panose="02040504050005020304" pitchFamily="18" charset="0"/>
              </a:rPr>
              <a:t>Mix of Tier 2a &amp; 2b Participants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B5D30D5-1B05-1142-CADA-124616510B5A}"/>
              </a:ext>
            </a:extLst>
          </p:cNvPr>
          <p:cNvCxnSpPr>
            <a:cxnSpLocks/>
            <a:stCxn id="37" idx="0"/>
          </p:cNvCxnSpPr>
          <p:nvPr/>
        </p:nvCxnSpPr>
        <p:spPr>
          <a:xfrm flipV="1">
            <a:off x="7159751" y="4517136"/>
            <a:ext cx="424071" cy="4644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CAAFC78-94F1-EF43-E303-4CE5CB1DBFB8}"/>
              </a:ext>
            </a:extLst>
          </p:cNvPr>
          <p:cNvSpPr txBox="1"/>
          <p:nvPr/>
        </p:nvSpPr>
        <p:spPr>
          <a:xfrm>
            <a:off x="6017024" y="4981626"/>
            <a:ext cx="22854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masis MT Pro" panose="02040504050005020304" pitchFamily="18" charset="0"/>
              </a:rPr>
              <a:t>Mix of Tier 3 &amp; 4 Participants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47EDCF5-1E5B-F71D-A392-529284037701}"/>
              </a:ext>
            </a:extLst>
          </p:cNvPr>
          <p:cNvCxnSpPr>
            <a:cxnSpLocks/>
            <a:stCxn id="39" idx="0"/>
          </p:cNvCxnSpPr>
          <p:nvPr/>
        </p:nvCxnSpPr>
        <p:spPr>
          <a:xfrm flipH="1" flipV="1">
            <a:off x="9706500" y="4661348"/>
            <a:ext cx="255590" cy="3202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36AD928-943B-C24B-0170-76AFB36A454D}"/>
              </a:ext>
            </a:extLst>
          </p:cNvPr>
          <p:cNvSpPr txBox="1"/>
          <p:nvPr/>
        </p:nvSpPr>
        <p:spPr>
          <a:xfrm>
            <a:off x="8828798" y="4981626"/>
            <a:ext cx="22665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masis MT Pro" panose="02040504050005020304" pitchFamily="18" charset="0"/>
              </a:rPr>
              <a:t>Mix of Tier 2b &amp; 3 Participants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14FB188-F1ED-DD71-0601-AE7A06FC402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7121107" y="1499187"/>
            <a:ext cx="449276" cy="5297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6DE0B5B-12CC-B2D6-26BB-D597142E2A75}"/>
              </a:ext>
            </a:extLst>
          </p:cNvPr>
          <p:cNvSpPr txBox="1"/>
          <p:nvPr/>
        </p:nvSpPr>
        <p:spPr>
          <a:xfrm>
            <a:off x="5571329" y="1006744"/>
            <a:ext cx="309955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Amasis MT Pro" panose="02040504050005020304" pitchFamily="18" charset="0"/>
              </a:rPr>
              <a:t>Needs developmental opportunities to eventually produce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52BB2E5-02F9-6A20-771C-83C44027D8C3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10220663" y="1500820"/>
            <a:ext cx="157913" cy="6383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51A8AA4-C2B7-3722-48E1-87234AFAD393}"/>
              </a:ext>
            </a:extLst>
          </p:cNvPr>
          <p:cNvSpPr txBox="1"/>
          <p:nvPr/>
        </p:nvSpPr>
        <p:spPr>
          <a:xfrm>
            <a:off x="8828798" y="1008377"/>
            <a:ext cx="309955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Amasis MT Pro" panose="02040504050005020304" pitchFamily="18" charset="0"/>
              </a:rPr>
              <a:t>Expect some production regardless of snap count (67% Hit Rate)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D6BB51F-F280-554E-3EA3-0FC77A880B84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7135130" y="5513355"/>
            <a:ext cx="0" cy="3571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BE377DF-D469-251E-5627-C8FB20782D03}"/>
              </a:ext>
            </a:extLst>
          </p:cNvPr>
          <p:cNvSpPr txBox="1"/>
          <p:nvPr/>
        </p:nvSpPr>
        <p:spPr>
          <a:xfrm>
            <a:off x="5712221" y="5870478"/>
            <a:ext cx="28458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Amasis MT Pro" panose="02040504050005020304" pitchFamily="18" charset="0"/>
              </a:rPr>
              <a:t>Little stable production despite increased opportunities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959E020-8B75-37A5-C022-31B72E55A7E5}"/>
              </a:ext>
            </a:extLst>
          </p:cNvPr>
          <p:cNvCxnSpPr>
            <a:cxnSpLocks/>
            <a:stCxn id="27" idx="0"/>
          </p:cNvCxnSpPr>
          <p:nvPr/>
        </p:nvCxnSpPr>
        <p:spPr>
          <a:xfrm flipH="1" flipV="1">
            <a:off x="10452000" y="5513355"/>
            <a:ext cx="142304" cy="3069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9546C2E-AAAB-9F64-8680-2CC1D17E15BB}"/>
              </a:ext>
            </a:extLst>
          </p:cNvPr>
          <p:cNvSpPr txBox="1"/>
          <p:nvPr/>
        </p:nvSpPr>
        <p:spPr>
          <a:xfrm>
            <a:off x="9365829" y="5820351"/>
            <a:ext cx="245695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Amasis MT Pro" panose="02040504050005020304" pitchFamily="18" charset="0"/>
              </a:rPr>
              <a:t>Production is dependent on ideal scheme-fit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C07BC1A-CAA9-97C3-514B-F7FB14C84CB6}"/>
              </a:ext>
            </a:extLst>
          </p:cNvPr>
          <p:cNvSpPr/>
          <p:nvPr/>
        </p:nvSpPr>
        <p:spPr>
          <a:xfrm>
            <a:off x="704675" y="1508782"/>
            <a:ext cx="3988267" cy="844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AB82EC-5902-A11F-1928-6477B0A7F56D}"/>
              </a:ext>
            </a:extLst>
          </p:cNvPr>
          <p:cNvSpPr txBox="1"/>
          <p:nvPr/>
        </p:nvSpPr>
        <p:spPr>
          <a:xfrm>
            <a:off x="704674" y="1123002"/>
            <a:ext cx="398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1C1C1C"/>
                </a:solidFill>
                <a:latin typeface="Amasis MT Pro Black" panose="02040A04050005020304" pitchFamily="18" charset="0"/>
              </a:rPr>
              <a:t>Player Tiering System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20DBC48-E8E8-A795-9DBF-F3F7C766382A}"/>
              </a:ext>
            </a:extLst>
          </p:cNvPr>
          <p:cNvSpPr/>
          <p:nvPr/>
        </p:nvSpPr>
        <p:spPr>
          <a:xfrm>
            <a:off x="704674" y="1676400"/>
            <a:ext cx="3161655" cy="2174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1C1C1C"/>
                </a:solidFill>
                <a:latin typeface="Amasis MT Pro Black" panose="02040A04050005020304" pitchFamily="18" charset="0"/>
              </a:rPr>
              <a:t>Tier 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7AAA3D3-EDDD-4FDE-2AE8-2471CD6F09BD}"/>
              </a:ext>
            </a:extLst>
          </p:cNvPr>
          <p:cNvSpPr/>
          <p:nvPr/>
        </p:nvSpPr>
        <p:spPr>
          <a:xfrm>
            <a:off x="704673" y="1896670"/>
            <a:ext cx="3161655" cy="56651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  <a:latin typeface="Amasis MT Pro" panose="02040504050005020304" pitchFamily="18" charset="0"/>
              </a:rPr>
              <a:t>Draftable Player </a:t>
            </a:r>
            <a:r>
              <a:rPr lang="en-US" sz="1200" dirty="0">
                <a:solidFill>
                  <a:srgbClr val="1C1C1C"/>
                </a:solidFill>
                <a:latin typeface="Amasis MT Pro" panose="02040504050005020304" pitchFamily="18" charset="0"/>
              </a:rPr>
              <a:t>– High-certainty producer over rookie contract</a:t>
            </a:r>
          </a:p>
        </p:txBody>
      </p:sp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05775867-0175-A773-A106-67B5995E9EA0}"/>
              </a:ext>
            </a:extLst>
          </p:cNvPr>
          <p:cNvSpPr/>
          <p:nvPr/>
        </p:nvSpPr>
        <p:spPr>
          <a:xfrm rot="10800000">
            <a:off x="3925955" y="1835796"/>
            <a:ext cx="755962" cy="4263604"/>
          </a:xfrm>
          <a:prstGeom prst="triangle">
            <a:avLst/>
          </a:prstGeom>
          <a:gradFill>
            <a:gsLst>
              <a:gs pos="0">
                <a:srgbClr val="FF0000"/>
              </a:gs>
              <a:gs pos="37000">
                <a:srgbClr val="FFC000"/>
              </a:gs>
              <a:gs pos="62000">
                <a:srgbClr val="FFFF00"/>
              </a:gs>
              <a:gs pos="100000">
                <a:srgbClr val="00B050"/>
              </a:gs>
            </a:gsLst>
            <a:lin ang="5400000" scaled="1"/>
          </a:gradFill>
          <a:ln>
            <a:solidFill>
              <a:srgbClr val="1C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72C925E-609C-7A74-B848-D2BACDC6AD77}"/>
              </a:ext>
            </a:extLst>
          </p:cNvPr>
          <p:cNvSpPr/>
          <p:nvPr/>
        </p:nvSpPr>
        <p:spPr>
          <a:xfrm>
            <a:off x="700770" y="2588840"/>
            <a:ext cx="3161655" cy="21746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1C1C1C"/>
                </a:solidFill>
                <a:latin typeface="Amasis MT Pro Black" panose="02040A04050005020304" pitchFamily="18" charset="0"/>
              </a:rPr>
              <a:t>Tier 2a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55F6DC1-947F-3FCA-A099-CA0409641F87}"/>
              </a:ext>
            </a:extLst>
          </p:cNvPr>
          <p:cNvSpPr/>
          <p:nvPr/>
        </p:nvSpPr>
        <p:spPr>
          <a:xfrm>
            <a:off x="700769" y="2801295"/>
            <a:ext cx="3161655" cy="56651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  <a:latin typeface="Amasis MT Pro" panose="02040504050005020304" pitchFamily="18" charset="0"/>
              </a:rPr>
              <a:t>Draftable Player </a:t>
            </a:r>
            <a:r>
              <a:rPr lang="en-US" sz="1200" dirty="0">
                <a:solidFill>
                  <a:srgbClr val="1C1C1C"/>
                </a:solidFill>
                <a:latin typeface="Amasis MT Pro" panose="02040504050005020304" pitchFamily="18" charset="0"/>
              </a:rPr>
              <a:t>– Game day contributors / Players with upside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55725FA-FBB5-15FD-17BA-0F67E40ADA2E}"/>
              </a:ext>
            </a:extLst>
          </p:cNvPr>
          <p:cNvSpPr/>
          <p:nvPr/>
        </p:nvSpPr>
        <p:spPr>
          <a:xfrm>
            <a:off x="694726" y="3501931"/>
            <a:ext cx="3161655" cy="2174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1C1C1C"/>
                </a:solidFill>
                <a:latin typeface="Amasis MT Pro Black" panose="02040A04050005020304" pitchFamily="18" charset="0"/>
              </a:rPr>
              <a:t>Tier 2b 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2D0256A-E698-87F7-C266-3568FDD29220}"/>
              </a:ext>
            </a:extLst>
          </p:cNvPr>
          <p:cNvSpPr/>
          <p:nvPr/>
        </p:nvSpPr>
        <p:spPr>
          <a:xfrm>
            <a:off x="694725" y="3714386"/>
            <a:ext cx="3161655" cy="56651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  <a:latin typeface="Amasis MT Pro" panose="02040504050005020304" pitchFamily="18" charset="0"/>
              </a:rPr>
              <a:t>Priority FA </a:t>
            </a:r>
            <a:r>
              <a:rPr lang="en-US" sz="1200" dirty="0">
                <a:solidFill>
                  <a:srgbClr val="1C1C1C"/>
                </a:solidFill>
                <a:latin typeface="Amasis MT Pro" panose="02040504050005020304" pitchFamily="18" charset="0"/>
              </a:rPr>
              <a:t>– Game day contributors / Players with limited athletic ceiling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596619E-65E5-76E6-3CBE-8307CB09603C}"/>
              </a:ext>
            </a:extLst>
          </p:cNvPr>
          <p:cNvSpPr/>
          <p:nvPr/>
        </p:nvSpPr>
        <p:spPr>
          <a:xfrm>
            <a:off x="694570" y="4448893"/>
            <a:ext cx="3161655" cy="2174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1C1C1C"/>
                </a:solidFill>
                <a:latin typeface="Amasis MT Pro Black" panose="02040A04050005020304" pitchFamily="18" charset="0"/>
              </a:rPr>
              <a:t>Tier 3 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1C7E650-4E8A-EC86-BF66-075EC7F8FB1D}"/>
              </a:ext>
            </a:extLst>
          </p:cNvPr>
          <p:cNvSpPr/>
          <p:nvPr/>
        </p:nvSpPr>
        <p:spPr>
          <a:xfrm>
            <a:off x="694569" y="4661348"/>
            <a:ext cx="3161655" cy="56651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  <a:latin typeface="Amasis MT Pro" panose="02040504050005020304" pitchFamily="18" charset="0"/>
              </a:rPr>
              <a:t>UDFA </a:t>
            </a:r>
            <a:r>
              <a:rPr lang="en-US" sz="1200" dirty="0">
                <a:solidFill>
                  <a:srgbClr val="1C1C1C"/>
                </a:solidFill>
                <a:latin typeface="Amasis MT Pro" panose="02040504050005020304" pitchFamily="18" charset="0"/>
              </a:rPr>
              <a:t>– Likely Practice Squad / Emergency depth players</a:t>
            </a:r>
            <a:endParaRPr lang="en-US" sz="1100" dirty="0">
              <a:solidFill>
                <a:srgbClr val="1C1C1C"/>
              </a:solidFill>
              <a:latin typeface="Amasis MT Pro" panose="02040504050005020304" pitchFamily="18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53B31DF-00E4-F555-DB3E-31A47D4BAE6E}"/>
              </a:ext>
            </a:extLst>
          </p:cNvPr>
          <p:cNvSpPr/>
          <p:nvPr/>
        </p:nvSpPr>
        <p:spPr>
          <a:xfrm>
            <a:off x="694726" y="5359726"/>
            <a:ext cx="3161655" cy="2174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1C1C1C"/>
                </a:solidFill>
                <a:latin typeface="Amasis MT Pro Black" panose="02040A04050005020304" pitchFamily="18" charset="0"/>
              </a:rPr>
              <a:t>Tier 4 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4F4DE58-8EC1-D511-0654-75FC4D01A3C2}"/>
              </a:ext>
            </a:extLst>
          </p:cNvPr>
          <p:cNvSpPr/>
          <p:nvPr/>
        </p:nvSpPr>
        <p:spPr>
          <a:xfrm>
            <a:off x="694725" y="5572181"/>
            <a:ext cx="3161655" cy="56651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  <a:latin typeface="Amasis MT Pro" panose="02040504050005020304" pitchFamily="18" charset="0"/>
              </a:rPr>
              <a:t>90 Man Roster </a:t>
            </a:r>
            <a:r>
              <a:rPr lang="en-US" sz="1200" dirty="0">
                <a:solidFill>
                  <a:srgbClr val="1C1C1C"/>
                </a:solidFill>
                <a:latin typeface="Amasis MT Pro" panose="02040504050005020304" pitchFamily="18" charset="0"/>
              </a:rPr>
              <a:t>– Athleticism doesn’t project to NFL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1AEBE41-BFB7-9A45-BE03-FD6EE123DF5E}"/>
              </a:ext>
            </a:extLst>
          </p:cNvPr>
          <p:cNvSpPr txBox="1"/>
          <p:nvPr/>
        </p:nvSpPr>
        <p:spPr>
          <a:xfrm>
            <a:off x="4041794" y="1828674"/>
            <a:ext cx="514663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sis MT Pro Black" panose="02040A04050005020304" pitchFamily="18" charset="0"/>
              </a:rPr>
              <a:t>100</a:t>
            </a: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r>
              <a:rPr lang="en-US" sz="1100" dirty="0">
                <a:latin typeface="Amasis MT Pro Black" panose="02040A04050005020304" pitchFamily="18" charset="0"/>
              </a:rPr>
              <a:t>80</a:t>
            </a: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r>
              <a:rPr lang="en-US" sz="1100" dirty="0">
                <a:latin typeface="Amasis MT Pro Black" panose="02040A04050005020304" pitchFamily="18" charset="0"/>
              </a:rPr>
              <a:t>60</a:t>
            </a: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r>
              <a:rPr lang="en-US" sz="1100" dirty="0">
                <a:latin typeface="Amasis MT Pro Black" panose="02040A04050005020304" pitchFamily="18" charset="0"/>
              </a:rPr>
              <a:t>40</a:t>
            </a: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r>
              <a:rPr lang="en-US" sz="1100" dirty="0">
                <a:latin typeface="Amasis MT Pro Black" panose="02040A04050005020304" pitchFamily="18" charset="0"/>
              </a:rPr>
              <a:t>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BAB28E-3211-5100-12DB-3487A3E227D3}"/>
              </a:ext>
            </a:extLst>
          </p:cNvPr>
          <p:cNvSpPr txBox="1"/>
          <p:nvPr/>
        </p:nvSpPr>
        <p:spPr>
          <a:xfrm>
            <a:off x="3808692" y="1597488"/>
            <a:ext cx="11131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masis MT Pro Black" panose="02040A04050005020304" pitchFamily="18" charset="0"/>
              </a:rPr>
              <a:t>FADE Score</a:t>
            </a:r>
            <a:endParaRPr lang="en-US" dirty="0">
              <a:latin typeface="Amasis MT Pro Black" panose="02040A040500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F591465-0843-0B22-61D9-11344CEA15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69" t="34198" r="596" b="39531"/>
          <a:stretch>
            <a:fillRect/>
          </a:stretch>
        </p:blipFill>
        <p:spPr>
          <a:xfrm>
            <a:off x="4620876" y="3310466"/>
            <a:ext cx="2493254" cy="1039299"/>
          </a:xfrm>
          <a:prstGeom prst="rect">
            <a:avLst/>
          </a:prstGeom>
          <a:ln w="28575">
            <a:solidFill>
              <a:srgbClr val="0B1F3A"/>
            </a:solidFill>
          </a:ln>
        </p:spPr>
      </p:pic>
    </p:spTree>
    <p:extLst>
      <p:ext uri="{BB962C8B-B14F-4D97-AF65-F5344CB8AC3E}">
        <p14:creationId xmlns:p14="http://schemas.microsoft.com/office/powerpoint/2010/main" val="3011044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4713F-985B-5759-8A53-6810BA279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F2DFBE5-6F9B-0AB5-8A57-6CCF3F279808}"/>
              </a:ext>
            </a:extLst>
          </p:cNvPr>
          <p:cNvSpPr/>
          <p:nvPr/>
        </p:nvSpPr>
        <p:spPr>
          <a:xfrm>
            <a:off x="392064" y="907943"/>
            <a:ext cx="11355987" cy="550124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10749D-1BAA-CD9C-EBB8-0AB80540D3FD}"/>
              </a:ext>
            </a:extLst>
          </p:cNvPr>
          <p:cNvSpPr/>
          <p:nvPr/>
        </p:nvSpPr>
        <p:spPr>
          <a:xfrm>
            <a:off x="-152400" y="-162560"/>
            <a:ext cx="436880" cy="717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756D84-0C41-BC1F-0567-C17F5C839AFD}"/>
              </a:ext>
            </a:extLst>
          </p:cNvPr>
          <p:cNvSpPr/>
          <p:nvPr/>
        </p:nvSpPr>
        <p:spPr>
          <a:xfrm>
            <a:off x="11887198" y="-162560"/>
            <a:ext cx="436880" cy="717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BB81A3-FC7B-3145-3054-DDEEC00AA1EB}"/>
              </a:ext>
            </a:extLst>
          </p:cNvPr>
          <p:cNvSpPr/>
          <p:nvPr/>
        </p:nvSpPr>
        <p:spPr>
          <a:xfrm rot="5400000">
            <a:off x="5867399" y="-6252877"/>
            <a:ext cx="436880" cy="1247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C4287E-F31F-FD9F-BB00-E0D9B363803D}"/>
              </a:ext>
            </a:extLst>
          </p:cNvPr>
          <p:cNvSpPr/>
          <p:nvPr/>
        </p:nvSpPr>
        <p:spPr>
          <a:xfrm rot="5400000">
            <a:off x="5867399" y="590504"/>
            <a:ext cx="436880" cy="1247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BA50FE-D50E-856F-E657-2F1449DADD16}"/>
              </a:ext>
            </a:extLst>
          </p:cNvPr>
          <p:cNvSpPr/>
          <p:nvPr/>
        </p:nvSpPr>
        <p:spPr>
          <a:xfrm>
            <a:off x="704675" y="1508782"/>
            <a:ext cx="3988267" cy="844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E004D3-66FD-E438-53BB-D8B7D9E00A10}"/>
              </a:ext>
            </a:extLst>
          </p:cNvPr>
          <p:cNvSpPr txBox="1"/>
          <p:nvPr/>
        </p:nvSpPr>
        <p:spPr>
          <a:xfrm>
            <a:off x="704674" y="1123002"/>
            <a:ext cx="398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1C1C1C"/>
                </a:solidFill>
                <a:latin typeface="Amasis MT Pro Black" panose="02040A04050005020304" pitchFamily="18" charset="0"/>
              </a:rPr>
              <a:t>Player Tiering System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440758-F423-62A5-DA31-1887C87DFFCB}"/>
              </a:ext>
            </a:extLst>
          </p:cNvPr>
          <p:cNvSpPr txBox="1"/>
          <p:nvPr/>
        </p:nvSpPr>
        <p:spPr>
          <a:xfrm>
            <a:off x="3808692" y="1597488"/>
            <a:ext cx="11131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masis MT Pro Black" panose="02040A04050005020304" pitchFamily="18" charset="0"/>
              </a:rPr>
              <a:t>FADE Score</a:t>
            </a:r>
            <a:endParaRPr lang="en-US" dirty="0">
              <a:latin typeface="Amasis MT Pro Black" panose="02040A04050005020304" pitchFamily="18" charset="0"/>
            </a:endParaRPr>
          </a:p>
        </p:txBody>
      </p:sp>
      <p:pic>
        <p:nvPicPr>
          <p:cNvPr id="1026" name="Picture 2" descr="Malik Washington - Miami Dolphins Wide Receiver - ESPN">
            <a:extLst>
              <a:ext uri="{FF2B5EF4-FFF2-40B4-BE49-F238E27FC236}">
                <a16:creationId xmlns:a16="http://schemas.microsoft.com/office/drawing/2014/main" id="{AD87D648-F93B-0373-4531-4DDC0F5252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5" t="14292" r="7733"/>
          <a:stretch>
            <a:fillRect/>
          </a:stretch>
        </p:blipFill>
        <p:spPr bwMode="auto">
          <a:xfrm>
            <a:off x="9469043" y="1352047"/>
            <a:ext cx="1159311" cy="8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son McCormick - Pittsburgh Steelers Guard - ESPN">
            <a:extLst>
              <a:ext uri="{FF2B5EF4-FFF2-40B4-BE49-F238E27FC236}">
                <a16:creationId xmlns:a16="http://schemas.microsoft.com/office/drawing/2014/main" id="{78C9FB3D-A6EB-C822-A74C-66020A1CC4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10" r="8047"/>
          <a:stretch>
            <a:fillRect/>
          </a:stretch>
        </p:blipFill>
        <p:spPr bwMode="auto">
          <a:xfrm>
            <a:off x="5076076" y="1364713"/>
            <a:ext cx="1214979" cy="8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onka Hemingway - Las Vegas Raiders Defensive Tackle - ESPN">
            <a:extLst>
              <a:ext uri="{FF2B5EF4-FFF2-40B4-BE49-F238E27FC236}">
                <a16:creationId xmlns:a16="http://schemas.microsoft.com/office/drawing/2014/main" id="{43979CFF-77EE-C902-271E-09D5B08D07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7" t="17017" r="2390"/>
          <a:stretch>
            <a:fillRect/>
          </a:stretch>
        </p:blipFill>
        <p:spPr bwMode="auto">
          <a:xfrm>
            <a:off x="6575521" y="1370879"/>
            <a:ext cx="1268834" cy="86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53EE0E5-B363-BA09-1ABA-33AA1505DECC}"/>
              </a:ext>
            </a:extLst>
          </p:cNvPr>
          <p:cNvSpPr txBox="1"/>
          <p:nvPr/>
        </p:nvSpPr>
        <p:spPr>
          <a:xfrm>
            <a:off x="4963876" y="2185047"/>
            <a:ext cx="69993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masis MT Pro Black" panose="02040A04050005020304" pitchFamily="18" charset="0"/>
              </a:rPr>
              <a:t>Mason McCormick   Tonka Hemingway    Teddye Buchanan    Malik Washington </a:t>
            </a:r>
            <a:endParaRPr lang="en-US" dirty="0">
              <a:latin typeface="Amasis MT Pro Black" panose="02040A04050005020304" pitchFamily="18" charset="0"/>
            </a:endParaRPr>
          </a:p>
        </p:txBody>
      </p:sp>
      <p:pic>
        <p:nvPicPr>
          <p:cNvPr id="1032" name="Picture 8" descr="Teddye Buchanan - Baltimore Ravens Linebacker - ESPN">
            <a:extLst>
              <a:ext uri="{FF2B5EF4-FFF2-40B4-BE49-F238E27FC236}">
                <a16:creationId xmlns:a16="http://schemas.microsoft.com/office/drawing/2014/main" id="{94EFCD45-FE02-D260-E8CA-E19D94762D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7" r="4112"/>
          <a:stretch>
            <a:fillRect/>
          </a:stretch>
        </p:blipFill>
        <p:spPr bwMode="auto">
          <a:xfrm>
            <a:off x="8077043" y="1279989"/>
            <a:ext cx="1159312" cy="942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arheeb Still - Los Angeles Chargers Cornerback - ESPN">
            <a:extLst>
              <a:ext uri="{FF2B5EF4-FFF2-40B4-BE49-F238E27FC236}">
                <a16:creationId xmlns:a16="http://schemas.microsoft.com/office/drawing/2014/main" id="{B043A13C-466C-5DC0-69CA-82850F8A8D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9" t="8741" r="5710"/>
          <a:stretch>
            <a:fillRect/>
          </a:stretch>
        </p:blipFill>
        <p:spPr bwMode="auto">
          <a:xfrm>
            <a:off x="6142846" y="2450086"/>
            <a:ext cx="1037698" cy="824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C846FF4-6EC1-C3DE-713B-F0D1F5682436}"/>
              </a:ext>
            </a:extLst>
          </p:cNvPr>
          <p:cNvSpPr txBox="1"/>
          <p:nvPr/>
        </p:nvSpPr>
        <p:spPr>
          <a:xfrm>
            <a:off x="5449086" y="2316973"/>
            <a:ext cx="48633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masis MT Pro Black" panose="02040A04050005020304" pitchFamily="18" charset="0"/>
              </a:rPr>
              <a:t>100.0                          100.0                           95.45                       93.75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0B3BCC-2DF8-A8B4-C341-8D458B448E02}"/>
              </a:ext>
            </a:extLst>
          </p:cNvPr>
          <p:cNvSpPr txBox="1"/>
          <p:nvPr/>
        </p:nvSpPr>
        <p:spPr>
          <a:xfrm>
            <a:off x="5778787" y="3238608"/>
            <a:ext cx="59499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masis MT Pro Black" panose="02040A04050005020304" pitchFamily="18" charset="0"/>
              </a:rPr>
              <a:t>        Tarheeb Still         Tyrone Tracy          Jalen Coker        Isaiah Williams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F40D8C-9A94-1882-6E5A-9162A1E65F25}"/>
              </a:ext>
            </a:extLst>
          </p:cNvPr>
          <p:cNvSpPr txBox="1"/>
          <p:nvPr/>
        </p:nvSpPr>
        <p:spPr>
          <a:xfrm>
            <a:off x="5961695" y="3356485"/>
            <a:ext cx="58065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masis MT Pro Black" panose="02040A04050005020304" pitchFamily="18" charset="0"/>
              </a:rPr>
              <a:t>          75.76                      61.11                       74.19                      65.63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86F6C5-FB36-D952-500E-6ED5ED99D826}"/>
              </a:ext>
            </a:extLst>
          </p:cNvPr>
          <p:cNvSpPr txBox="1"/>
          <p:nvPr/>
        </p:nvSpPr>
        <p:spPr>
          <a:xfrm>
            <a:off x="5342043" y="4160697"/>
            <a:ext cx="60321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masis MT Pro Black" panose="02040A04050005020304" pitchFamily="18" charset="0"/>
              </a:rPr>
              <a:t>Evan Anderson       Josh Wallace        Caedan Wallace     Nohl Williams       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FB2844-1893-3F85-B985-297218D598BB}"/>
              </a:ext>
            </a:extLst>
          </p:cNvPr>
          <p:cNvSpPr txBox="1"/>
          <p:nvPr/>
        </p:nvSpPr>
        <p:spPr>
          <a:xfrm>
            <a:off x="5252866" y="4289560"/>
            <a:ext cx="57336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masis MT Pro Black" panose="02040A04050005020304" pitchFamily="18" charset="0"/>
              </a:rPr>
              <a:t>           56.00                     48.48                       36.00                      45.45</a:t>
            </a:r>
            <a:endParaRPr lang="en-US" dirty="0">
              <a:latin typeface="Amasis MT Pro Black" panose="02040A04050005020304" pitchFamily="18" charset="0"/>
            </a:endParaRPr>
          </a:p>
        </p:txBody>
      </p:sp>
      <p:pic>
        <p:nvPicPr>
          <p:cNvPr id="1050" name="Picture 26" descr="Josh Wallace - Los Angeles Rams Cornerback - ESPN">
            <a:extLst>
              <a:ext uri="{FF2B5EF4-FFF2-40B4-BE49-F238E27FC236}">
                <a16:creationId xmlns:a16="http://schemas.microsoft.com/office/drawing/2014/main" id="{1DA3F7EA-7117-6950-3A0B-237C2F5FBC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4" t="13084" r="5652"/>
          <a:stretch>
            <a:fillRect/>
          </a:stretch>
        </p:blipFill>
        <p:spPr bwMode="auto">
          <a:xfrm>
            <a:off x="6691389" y="3434930"/>
            <a:ext cx="1114255" cy="78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Nohl Williams - Kansas City Chiefs Cornerback - ESPN">
            <a:extLst>
              <a:ext uri="{FF2B5EF4-FFF2-40B4-BE49-F238E27FC236}">
                <a16:creationId xmlns:a16="http://schemas.microsoft.com/office/drawing/2014/main" id="{979E7084-C9AA-9F45-4FAD-0CC2671B31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8" t="7541" r="5443"/>
          <a:stretch>
            <a:fillRect/>
          </a:stretch>
        </p:blipFill>
        <p:spPr bwMode="auto">
          <a:xfrm>
            <a:off x="9338735" y="3402049"/>
            <a:ext cx="1074295" cy="809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Jarrian Jones - Jacksonville Jaguars Cornerback - ESPN">
            <a:extLst>
              <a:ext uri="{FF2B5EF4-FFF2-40B4-BE49-F238E27FC236}">
                <a16:creationId xmlns:a16="http://schemas.microsoft.com/office/drawing/2014/main" id="{2E3C64F4-6714-DFD0-D01F-86AA8249DF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1" r="3212"/>
          <a:stretch>
            <a:fillRect/>
          </a:stretch>
        </p:blipFill>
        <p:spPr bwMode="auto">
          <a:xfrm>
            <a:off x="8123208" y="5289825"/>
            <a:ext cx="1189055" cy="833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12E77D1-2D88-488D-76DC-ECF08A4F9A00}"/>
              </a:ext>
            </a:extLst>
          </p:cNvPr>
          <p:cNvSpPr txBox="1"/>
          <p:nvPr/>
        </p:nvSpPr>
        <p:spPr>
          <a:xfrm>
            <a:off x="6610585" y="6055184"/>
            <a:ext cx="34042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masis MT Pro Black" panose="02040A04050005020304" pitchFamily="18" charset="0"/>
              </a:rPr>
              <a:t>Nazir Stackhouse       Jarrian Jones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BA164B-2C3B-C932-DA6E-170B899DAE37}"/>
              </a:ext>
            </a:extLst>
          </p:cNvPr>
          <p:cNvSpPr txBox="1"/>
          <p:nvPr/>
        </p:nvSpPr>
        <p:spPr>
          <a:xfrm>
            <a:off x="6554231" y="6187852"/>
            <a:ext cx="1337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masis MT Pro Black" panose="02040A04050005020304" pitchFamily="18" charset="0"/>
              </a:rPr>
              <a:t>              8.0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463773-552B-41A0-F975-18C71BFA5315}"/>
              </a:ext>
            </a:extLst>
          </p:cNvPr>
          <p:cNvSpPr txBox="1"/>
          <p:nvPr/>
        </p:nvSpPr>
        <p:spPr>
          <a:xfrm>
            <a:off x="8049524" y="6187322"/>
            <a:ext cx="1337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masis MT Pro Black" panose="02040A04050005020304" pitchFamily="18" charset="0"/>
              </a:rPr>
              <a:t>          9.09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1DAA482-5B44-DAC9-56DE-FFD044D6C0B2}"/>
              </a:ext>
            </a:extLst>
          </p:cNvPr>
          <p:cNvSpPr txBox="1"/>
          <p:nvPr/>
        </p:nvSpPr>
        <p:spPr>
          <a:xfrm>
            <a:off x="4800524" y="979304"/>
            <a:ext cx="6838263" cy="338554"/>
          </a:xfrm>
          <a:prstGeom prst="rect">
            <a:avLst/>
          </a:prstGeom>
          <a:solidFill>
            <a:srgbClr val="9B1E32"/>
          </a:solidFill>
          <a:ln>
            <a:solidFill>
              <a:srgbClr val="1C1C1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4F4F2"/>
                </a:solidFill>
                <a:latin typeface="Amasis MT Pro Black" panose="02040A04050005020304" pitchFamily="18" charset="0"/>
              </a:rPr>
              <a:t>Best Performers In Each Tier of FADE (‘24 &amp; ‘25 Classes)</a:t>
            </a:r>
            <a:endParaRPr lang="en-US" dirty="0">
              <a:solidFill>
                <a:srgbClr val="F4F4F2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8A4809E5-FA94-AF27-78B2-171A968FC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901"/>
            <a:ext cx="10515600" cy="64994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4F4F2"/>
                </a:solidFill>
                <a:latin typeface="Amasis MT Pro Black" panose="02040A04050005020304" pitchFamily="18" charset="0"/>
              </a:rPr>
              <a:t>Player Projection &amp; Tiering: Examples</a:t>
            </a:r>
            <a:endParaRPr lang="en-US" sz="3200" dirty="0"/>
          </a:p>
        </p:txBody>
      </p:sp>
      <p:pic>
        <p:nvPicPr>
          <p:cNvPr id="3" name="Picture 4" descr="Evan Anderson - San Francisco 49ers Defensive Tackle - ESPN">
            <a:extLst>
              <a:ext uri="{FF2B5EF4-FFF2-40B4-BE49-F238E27FC236}">
                <a16:creationId xmlns:a16="http://schemas.microsoft.com/office/drawing/2014/main" id="{8C1B74EC-08CF-1644-58B9-B796936DD6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7" t="12679" r="5331"/>
          <a:stretch>
            <a:fillRect/>
          </a:stretch>
        </p:blipFill>
        <p:spPr bwMode="auto">
          <a:xfrm>
            <a:off x="5388746" y="3367807"/>
            <a:ext cx="1192500" cy="84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Isaiah Williams">
            <a:extLst>
              <a:ext uri="{FF2B5EF4-FFF2-40B4-BE49-F238E27FC236}">
                <a16:creationId xmlns:a16="http://schemas.microsoft.com/office/drawing/2014/main" id="{5C74625D-820C-609B-9EF3-4ABC86A602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03" t="10020" r="17713"/>
          <a:stretch>
            <a:fillRect/>
          </a:stretch>
        </p:blipFill>
        <p:spPr bwMode="auto">
          <a:xfrm>
            <a:off x="10003566" y="2403962"/>
            <a:ext cx="1159066" cy="87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Tyrone Tracy Jr. - New York Giants Running Back - ESPN">
            <a:extLst>
              <a:ext uri="{FF2B5EF4-FFF2-40B4-BE49-F238E27FC236}">
                <a16:creationId xmlns:a16="http://schemas.microsoft.com/office/drawing/2014/main" id="{C0EBAD59-7B2F-CBDE-0C06-B1238F7D00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6" t="8026" r="6587"/>
          <a:stretch>
            <a:fillRect/>
          </a:stretch>
        </p:blipFill>
        <p:spPr bwMode="auto">
          <a:xfrm>
            <a:off x="7411892" y="2392057"/>
            <a:ext cx="1113584" cy="89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8" descr="Zion Logue - Buffalo Bills Defensive Tackle - ESPN">
            <a:extLst>
              <a:ext uri="{FF2B5EF4-FFF2-40B4-BE49-F238E27FC236}">
                <a16:creationId xmlns:a16="http://schemas.microsoft.com/office/drawing/2014/main" id="{FED0E36B-8278-007E-2AC6-17DC2EA0F7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4" t="12105" r="8643"/>
          <a:stretch>
            <a:fillRect/>
          </a:stretch>
        </p:blipFill>
        <p:spPr bwMode="auto">
          <a:xfrm>
            <a:off x="5961695" y="4394593"/>
            <a:ext cx="1187131" cy="846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0" descr="Nazir Stackhouse - Green Bay Packers Defensive Tackle - ESPN">
            <a:extLst>
              <a:ext uri="{FF2B5EF4-FFF2-40B4-BE49-F238E27FC236}">
                <a16:creationId xmlns:a16="http://schemas.microsoft.com/office/drawing/2014/main" id="{49AF3EAA-8DCE-961E-559B-904E7021C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214" y="5247671"/>
            <a:ext cx="1189056" cy="862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6236D77-7EAB-FBD3-6976-FA790BEB5F38}"/>
              </a:ext>
            </a:extLst>
          </p:cNvPr>
          <p:cNvSpPr/>
          <p:nvPr/>
        </p:nvSpPr>
        <p:spPr>
          <a:xfrm>
            <a:off x="704674" y="1676400"/>
            <a:ext cx="3161655" cy="2174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1C1C1C"/>
                </a:solidFill>
                <a:latin typeface="Amasis MT Pro Black" panose="02040A04050005020304" pitchFamily="18" charset="0"/>
              </a:rPr>
              <a:t>Tier 1</a:t>
            </a:r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7734D388-BF22-66D1-F04A-F72E234C871A}"/>
              </a:ext>
            </a:extLst>
          </p:cNvPr>
          <p:cNvSpPr/>
          <p:nvPr/>
        </p:nvSpPr>
        <p:spPr>
          <a:xfrm rot="10800000">
            <a:off x="3925955" y="1835796"/>
            <a:ext cx="755962" cy="4263604"/>
          </a:xfrm>
          <a:prstGeom prst="triangle">
            <a:avLst/>
          </a:prstGeom>
          <a:gradFill>
            <a:gsLst>
              <a:gs pos="0">
                <a:srgbClr val="FF0000"/>
              </a:gs>
              <a:gs pos="37000">
                <a:srgbClr val="FFC000"/>
              </a:gs>
              <a:gs pos="62000">
                <a:srgbClr val="FFFF00"/>
              </a:gs>
              <a:gs pos="100000">
                <a:srgbClr val="00B050"/>
              </a:gs>
            </a:gsLst>
            <a:lin ang="5400000" scaled="1"/>
          </a:gradFill>
          <a:ln>
            <a:solidFill>
              <a:srgbClr val="1C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5F07E88-25CF-233D-CC57-9B5F6BF722F0}"/>
              </a:ext>
            </a:extLst>
          </p:cNvPr>
          <p:cNvSpPr/>
          <p:nvPr/>
        </p:nvSpPr>
        <p:spPr>
          <a:xfrm>
            <a:off x="700770" y="2588840"/>
            <a:ext cx="3161655" cy="21746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1C1C1C"/>
                </a:solidFill>
                <a:latin typeface="Amasis MT Pro Black" panose="02040A04050005020304" pitchFamily="18" charset="0"/>
              </a:rPr>
              <a:t>Tier 2a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FC682F7-D9F6-7E3E-03A7-B145DD06E4D0}"/>
              </a:ext>
            </a:extLst>
          </p:cNvPr>
          <p:cNvSpPr/>
          <p:nvPr/>
        </p:nvSpPr>
        <p:spPr>
          <a:xfrm>
            <a:off x="694570" y="4448893"/>
            <a:ext cx="3161655" cy="2174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1C1C1C"/>
                </a:solidFill>
                <a:latin typeface="Amasis MT Pro Black" panose="02040A04050005020304" pitchFamily="18" charset="0"/>
              </a:rPr>
              <a:t>Tier 3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4E40296-DB7D-85B9-1738-92F4EA3ECD77}"/>
              </a:ext>
            </a:extLst>
          </p:cNvPr>
          <p:cNvSpPr/>
          <p:nvPr/>
        </p:nvSpPr>
        <p:spPr>
          <a:xfrm>
            <a:off x="694726" y="5359726"/>
            <a:ext cx="3161655" cy="2174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1C1C1C"/>
                </a:solidFill>
                <a:latin typeface="Amasis MT Pro Black" panose="02040A04050005020304" pitchFamily="18" charset="0"/>
              </a:rPr>
              <a:t>Tier 4 </a:t>
            </a:r>
          </a:p>
        </p:txBody>
      </p:sp>
      <p:pic>
        <p:nvPicPr>
          <p:cNvPr id="4" name="Picture 2" descr="Jalen Coker - Carolina Panthers Wide Receiver - ESPN">
            <a:extLst>
              <a:ext uri="{FF2B5EF4-FFF2-40B4-BE49-F238E27FC236}">
                <a16:creationId xmlns:a16="http://schemas.microsoft.com/office/drawing/2014/main" id="{8D3A794E-7EC9-58AF-2851-7C5B5E6AA1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4" t="1823" r="6827" b="1"/>
          <a:stretch>
            <a:fillRect/>
          </a:stretch>
        </p:blipFill>
        <p:spPr bwMode="auto">
          <a:xfrm>
            <a:off x="8706022" y="2376151"/>
            <a:ext cx="1107857" cy="896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Caedan Wallace - New England Patriots Offensive Tackle - ESPN">
            <a:extLst>
              <a:ext uri="{FF2B5EF4-FFF2-40B4-BE49-F238E27FC236}">
                <a16:creationId xmlns:a16="http://schemas.microsoft.com/office/drawing/2014/main" id="{460FD765-28CA-673C-2E78-7DC194D1D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0" t="7551" r="3885"/>
          <a:stretch>
            <a:fillRect/>
          </a:stretch>
        </p:blipFill>
        <p:spPr bwMode="auto">
          <a:xfrm>
            <a:off x="8051642" y="3440506"/>
            <a:ext cx="1074295" cy="78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2BAF328-03D8-F0FE-5997-C7097BC23F18}"/>
              </a:ext>
            </a:extLst>
          </p:cNvPr>
          <p:cNvSpPr txBox="1"/>
          <p:nvPr/>
        </p:nvSpPr>
        <p:spPr>
          <a:xfrm>
            <a:off x="6023005" y="5182211"/>
            <a:ext cx="44904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masis MT Pro Black" panose="02040A04050005020304" pitchFamily="18" charset="0"/>
              </a:rPr>
              <a:t>  Zion Logue                   CJ West             Casey Washington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455E9F-C3EB-3DA7-EDE2-0B9BEC9B64BC}"/>
              </a:ext>
            </a:extLst>
          </p:cNvPr>
          <p:cNvSpPr txBox="1"/>
          <p:nvPr/>
        </p:nvSpPr>
        <p:spPr>
          <a:xfrm>
            <a:off x="5828121" y="5319542"/>
            <a:ext cx="42977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masis MT Pro Black" panose="02040A04050005020304" pitchFamily="18" charset="0"/>
              </a:rPr>
              <a:t>           36.00                          24.00                         32.26</a:t>
            </a:r>
            <a:endParaRPr lang="en-US" dirty="0">
              <a:latin typeface="Amasis MT Pro Black" panose="02040A04050005020304" pitchFamily="18" charset="0"/>
            </a:endParaRPr>
          </a:p>
        </p:txBody>
      </p:sp>
      <p:pic>
        <p:nvPicPr>
          <p:cNvPr id="21" name="Picture 8" descr="C.J. West - San Francisco 49ers Defensive Tackle - ESPN">
            <a:extLst>
              <a:ext uri="{FF2B5EF4-FFF2-40B4-BE49-F238E27FC236}">
                <a16:creationId xmlns:a16="http://schemas.microsoft.com/office/drawing/2014/main" id="{ED1C3982-FF63-47EC-58C6-1487FD9616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0" r="2261"/>
          <a:stretch>
            <a:fillRect/>
          </a:stretch>
        </p:blipFill>
        <p:spPr bwMode="auto">
          <a:xfrm>
            <a:off x="7545100" y="4357296"/>
            <a:ext cx="1101175" cy="86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Casey Washington - Atlanta Falcons Wide Receiver - ESPN">
            <a:extLst>
              <a:ext uri="{FF2B5EF4-FFF2-40B4-BE49-F238E27FC236}">
                <a16:creationId xmlns:a16="http://schemas.microsoft.com/office/drawing/2014/main" id="{3DD6898B-FD02-E0EC-41B0-061899AA79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5" t="3508" r="2502"/>
          <a:stretch>
            <a:fillRect/>
          </a:stretch>
        </p:blipFill>
        <p:spPr bwMode="auto">
          <a:xfrm>
            <a:off x="8962314" y="4420842"/>
            <a:ext cx="1072779" cy="813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F101C32-3779-1B0E-D276-537EE26AC947}"/>
              </a:ext>
            </a:extLst>
          </p:cNvPr>
          <p:cNvSpPr txBox="1"/>
          <p:nvPr/>
        </p:nvSpPr>
        <p:spPr>
          <a:xfrm>
            <a:off x="4041794" y="1828674"/>
            <a:ext cx="514663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sis MT Pro Black" panose="02040A04050005020304" pitchFamily="18" charset="0"/>
              </a:rPr>
              <a:t>100</a:t>
            </a: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r>
              <a:rPr lang="en-US" sz="1100" dirty="0">
                <a:latin typeface="Amasis MT Pro Black" panose="02040A04050005020304" pitchFamily="18" charset="0"/>
              </a:rPr>
              <a:t>80</a:t>
            </a: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r>
              <a:rPr lang="en-US" sz="1100" dirty="0">
                <a:latin typeface="Amasis MT Pro Black" panose="02040A04050005020304" pitchFamily="18" charset="0"/>
              </a:rPr>
              <a:t>60</a:t>
            </a: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r>
              <a:rPr lang="en-US" sz="1100" dirty="0">
                <a:latin typeface="Amasis MT Pro Black" panose="02040A04050005020304" pitchFamily="18" charset="0"/>
              </a:rPr>
              <a:t>40</a:t>
            </a: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r>
              <a:rPr lang="en-US" sz="1100" dirty="0">
                <a:latin typeface="Amasis MT Pro Black" panose="02040A04050005020304" pitchFamily="18" charset="0"/>
              </a:rPr>
              <a:t>20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121A9B-EB07-B29B-8FA1-17FE1F6093E3}"/>
              </a:ext>
            </a:extLst>
          </p:cNvPr>
          <p:cNvSpPr/>
          <p:nvPr/>
        </p:nvSpPr>
        <p:spPr>
          <a:xfrm>
            <a:off x="694726" y="3501931"/>
            <a:ext cx="3161655" cy="2174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1C1C1C"/>
                </a:solidFill>
                <a:latin typeface="Amasis MT Pro Black" panose="02040A04050005020304" pitchFamily="18" charset="0"/>
              </a:rPr>
              <a:t>Tier 2b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1129B6-E2C4-1457-C528-3C4C7F9E086D}"/>
              </a:ext>
            </a:extLst>
          </p:cNvPr>
          <p:cNvSpPr/>
          <p:nvPr/>
        </p:nvSpPr>
        <p:spPr>
          <a:xfrm>
            <a:off x="704673" y="1896670"/>
            <a:ext cx="3161655" cy="56651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  <a:latin typeface="Amasis MT Pro" panose="02040504050005020304" pitchFamily="18" charset="0"/>
              </a:rPr>
              <a:t>Draftable Player </a:t>
            </a:r>
            <a:r>
              <a:rPr lang="en-US" sz="1200" dirty="0">
                <a:solidFill>
                  <a:srgbClr val="1C1C1C"/>
                </a:solidFill>
                <a:latin typeface="Amasis MT Pro" panose="02040504050005020304" pitchFamily="18" charset="0"/>
              </a:rPr>
              <a:t>– High-certainty producer over rookie contract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A27DA0F-4549-6635-3D94-40FAC30AB7B5}"/>
              </a:ext>
            </a:extLst>
          </p:cNvPr>
          <p:cNvSpPr/>
          <p:nvPr/>
        </p:nvSpPr>
        <p:spPr>
          <a:xfrm>
            <a:off x="700769" y="2801295"/>
            <a:ext cx="3161655" cy="56651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  <a:latin typeface="Amasis MT Pro" panose="02040504050005020304" pitchFamily="18" charset="0"/>
              </a:rPr>
              <a:t>Draftable Player </a:t>
            </a:r>
            <a:r>
              <a:rPr lang="en-US" sz="1200" dirty="0">
                <a:solidFill>
                  <a:srgbClr val="1C1C1C"/>
                </a:solidFill>
                <a:latin typeface="Amasis MT Pro" panose="02040504050005020304" pitchFamily="18" charset="0"/>
              </a:rPr>
              <a:t>– Game day contributors / Players with upside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C16E43-7EBD-5FDF-DC0D-CA744B2100AC}"/>
              </a:ext>
            </a:extLst>
          </p:cNvPr>
          <p:cNvSpPr/>
          <p:nvPr/>
        </p:nvSpPr>
        <p:spPr>
          <a:xfrm>
            <a:off x="694725" y="3714386"/>
            <a:ext cx="3161655" cy="56651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  <a:latin typeface="Amasis MT Pro" panose="02040504050005020304" pitchFamily="18" charset="0"/>
              </a:rPr>
              <a:t>Priority FA </a:t>
            </a:r>
            <a:r>
              <a:rPr lang="en-US" sz="1200" dirty="0">
                <a:solidFill>
                  <a:srgbClr val="1C1C1C"/>
                </a:solidFill>
                <a:latin typeface="Amasis MT Pro" panose="02040504050005020304" pitchFamily="18" charset="0"/>
              </a:rPr>
              <a:t>– Game day contributors / Players with limited athletic ceiling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D6B94EF-2F33-375E-BD28-87839567EBA3}"/>
              </a:ext>
            </a:extLst>
          </p:cNvPr>
          <p:cNvSpPr/>
          <p:nvPr/>
        </p:nvSpPr>
        <p:spPr>
          <a:xfrm>
            <a:off x="694569" y="4661348"/>
            <a:ext cx="3161655" cy="56651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  <a:latin typeface="Amasis MT Pro" panose="02040504050005020304" pitchFamily="18" charset="0"/>
              </a:rPr>
              <a:t>UDFA </a:t>
            </a:r>
            <a:r>
              <a:rPr lang="en-US" sz="1200" dirty="0">
                <a:solidFill>
                  <a:srgbClr val="1C1C1C"/>
                </a:solidFill>
                <a:latin typeface="Amasis MT Pro" panose="02040504050005020304" pitchFamily="18" charset="0"/>
              </a:rPr>
              <a:t>– Likely Practice Squad / Emergency depth players</a:t>
            </a:r>
            <a:endParaRPr lang="en-US" sz="1100" dirty="0">
              <a:solidFill>
                <a:srgbClr val="1C1C1C"/>
              </a:solidFill>
              <a:latin typeface="Amasis MT Pro" panose="02040504050005020304" pitchFamily="18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60FB732-6181-90EB-353B-EDD0ECA40704}"/>
              </a:ext>
            </a:extLst>
          </p:cNvPr>
          <p:cNvSpPr/>
          <p:nvPr/>
        </p:nvSpPr>
        <p:spPr>
          <a:xfrm>
            <a:off x="694725" y="5572181"/>
            <a:ext cx="3161655" cy="56651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  <a:latin typeface="Amasis MT Pro" panose="02040504050005020304" pitchFamily="18" charset="0"/>
              </a:rPr>
              <a:t>90 Man Roster </a:t>
            </a:r>
            <a:r>
              <a:rPr lang="en-US" sz="1200" dirty="0">
                <a:solidFill>
                  <a:srgbClr val="1C1C1C"/>
                </a:solidFill>
                <a:latin typeface="Amasis MT Pro" panose="02040504050005020304" pitchFamily="18" charset="0"/>
              </a:rPr>
              <a:t>– Athleticism doesn’t project to NFL</a:t>
            </a:r>
          </a:p>
        </p:txBody>
      </p:sp>
    </p:spTree>
    <p:extLst>
      <p:ext uri="{BB962C8B-B14F-4D97-AF65-F5344CB8AC3E}">
        <p14:creationId xmlns:p14="http://schemas.microsoft.com/office/powerpoint/2010/main" val="2643114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589D2-6282-DA4F-193A-01832F80A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84E25D-A4C2-EA0F-7ACD-30FD5CBA29B9}"/>
              </a:ext>
            </a:extLst>
          </p:cNvPr>
          <p:cNvSpPr/>
          <p:nvPr/>
        </p:nvSpPr>
        <p:spPr>
          <a:xfrm>
            <a:off x="418006" y="880844"/>
            <a:ext cx="11355987" cy="550124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BC12CB-2B6A-538B-2546-ADDA1F24BFBD}"/>
              </a:ext>
            </a:extLst>
          </p:cNvPr>
          <p:cNvSpPr/>
          <p:nvPr/>
        </p:nvSpPr>
        <p:spPr>
          <a:xfrm>
            <a:off x="-152400" y="-162560"/>
            <a:ext cx="436880" cy="717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AEE85D-1238-53EE-2850-BC2AE9B07573}"/>
              </a:ext>
            </a:extLst>
          </p:cNvPr>
          <p:cNvSpPr/>
          <p:nvPr/>
        </p:nvSpPr>
        <p:spPr>
          <a:xfrm>
            <a:off x="11887198" y="-162560"/>
            <a:ext cx="436880" cy="717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1A7B5A-F50F-6A01-3855-49C3117EB13C}"/>
              </a:ext>
            </a:extLst>
          </p:cNvPr>
          <p:cNvSpPr/>
          <p:nvPr/>
        </p:nvSpPr>
        <p:spPr>
          <a:xfrm rot="5400000">
            <a:off x="5867399" y="-6252877"/>
            <a:ext cx="436880" cy="1247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526558-FC6D-1EE0-9291-9F0CDCE5F7A9}"/>
              </a:ext>
            </a:extLst>
          </p:cNvPr>
          <p:cNvSpPr/>
          <p:nvPr/>
        </p:nvSpPr>
        <p:spPr>
          <a:xfrm rot="5400000">
            <a:off x="5867399" y="619761"/>
            <a:ext cx="436880" cy="1247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24DB2A-293A-0B09-A7F0-2E3BFE9D0488}"/>
              </a:ext>
            </a:extLst>
          </p:cNvPr>
          <p:cNvSpPr txBox="1"/>
          <p:nvPr/>
        </p:nvSpPr>
        <p:spPr>
          <a:xfrm>
            <a:off x="4788852" y="940968"/>
            <a:ext cx="4616405" cy="1092607"/>
          </a:xfrm>
          <a:prstGeom prst="rect">
            <a:avLst/>
          </a:prstGeom>
          <a:noFill/>
          <a:ln w="28575">
            <a:solidFill>
              <a:srgbClr val="0B1F3A"/>
            </a:solidFill>
          </a:ln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Amasis MT Pro" panose="02040504050005020304" pitchFamily="18" charset="0"/>
              </a:rPr>
              <a:t>From 2017-2025: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masis MT Pro" panose="02040504050005020304" pitchFamily="18" charset="0"/>
              </a:rPr>
              <a:t>34% of Shrine Bowl Participants have been drafted.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masis MT Pro" panose="02040504050005020304" pitchFamily="18" charset="0"/>
              </a:rPr>
              <a:t>Near 50% for IDL, IOL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masis MT Pro" panose="02040504050005020304" pitchFamily="18" charset="0"/>
              </a:rPr>
              <a:t>Near 15% for RB, ILB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masis MT Pro" panose="02040504050005020304" pitchFamily="18" charset="0"/>
              </a:rPr>
              <a:t>Draftable player cut-off is </a:t>
            </a:r>
            <a:r>
              <a:rPr lang="en-US" sz="1300" b="1" dirty="0">
                <a:latin typeface="Amasis MT Pro" panose="02040504050005020304" pitchFamily="18" charset="0"/>
              </a:rPr>
              <a:t>60.00</a:t>
            </a:r>
            <a:r>
              <a:rPr lang="en-US" sz="1300" dirty="0">
                <a:latin typeface="Amasis MT Pro" panose="02040504050005020304" pitchFamily="18" charset="0"/>
              </a:rPr>
              <a:t> to match draft percentage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A242306-71EF-4093-DC56-DCF01821B66B}"/>
              </a:ext>
            </a:extLst>
          </p:cNvPr>
          <p:cNvSpPr txBox="1">
            <a:spLocks/>
          </p:cNvSpPr>
          <p:nvPr/>
        </p:nvSpPr>
        <p:spPr>
          <a:xfrm>
            <a:off x="838200" y="230901"/>
            <a:ext cx="10515600" cy="649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rgbClr val="F4F4F2"/>
                </a:solidFill>
                <a:latin typeface="Amasis MT Pro Black" panose="02040A04050005020304" pitchFamily="18" charset="0"/>
              </a:rPr>
              <a:t>Model Validation: Player Tiering &amp; NFL Outcome Signal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22EC71-68FE-26BF-C54E-0ECC0A8CCAA5}"/>
              </a:ext>
            </a:extLst>
          </p:cNvPr>
          <p:cNvSpPr/>
          <p:nvPr/>
        </p:nvSpPr>
        <p:spPr>
          <a:xfrm>
            <a:off x="4895946" y="2506996"/>
            <a:ext cx="6698475" cy="921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16E87D-750B-6F84-E3BB-370BA3B854C7}"/>
              </a:ext>
            </a:extLst>
          </p:cNvPr>
          <p:cNvSpPr txBox="1"/>
          <p:nvPr/>
        </p:nvSpPr>
        <p:spPr>
          <a:xfrm>
            <a:off x="4823844" y="2202719"/>
            <a:ext cx="68078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1C1C1C"/>
                </a:solidFill>
                <a:latin typeface="Amasis MT Pro Black" panose="02040A04050005020304" pitchFamily="18" charset="0"/>
              </a:rPr>
              <a:t>2022 NFL Draft Class Study – EWS FADE Score Testing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C0EF7A-669A-2165-25E4-0111394ED2BD}"/>
              </a:ext>
            </a:extLst>
          </p:cNvPr>
          <p:cNvSpPr txBox="1"/>
          <p:nvPr/>
        </p:nvSpPr>
        <p:spPr>
          <a:xfrm>
            <a:off x="4832883" y="2961091"/>
            <a:ext cx="335698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masis MT Pro" panose="02040504050005020304" pitchFamily="18" charset="0"/>
              </a:rPr>
              <a:t>40-100 FADE Score Qualifiers:</a:t>
            </a:r>
            <a:endParaRPr lang="en-US" sz="1200" dirty="0">
              <a:latin typeface="Amasis MT Pro" panose="020405040500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Amasis MT Pro" panose="02040504050005020304" pitchFamily="18" charset="0"/>
              </a:rPr>
              <a:t>70%</a:t>
            </a:r>
            <a:r>
              <a:rPr lang="en-US" sz="1300" dirty="0">
                <a:latin typeface="Amasis MT Pro" panose="02040504050005020304" pitchFamily="18" charset="0"/>
              </a:rPr>
              <a:t> Hit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Amasis MT Pro" panose="02040504050005020304" pitchFamily="18" charset="0"/>
              </a:rPr>
              <a:t>30%</a:t>
            </a:r>
            <a:r>
              <a:rPr lang="en-US" sz="1300" dirty="0">
                <a:latin typeface="Amasis MT Pro" panose="02040504050005020304" pitchFamily="18" charset="0"/>
              </a:rPr>
              <a:t> Higher Probability of “Hitting” on a Prospect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133DF5-7C0A-BBE2-A2BA-33E784521242}"/>
              </a:ext>
            </a:extLst>
          </p:cNvPr>
          <p:cNvSpPr txBox="1"/>
          <p:nvPr/>
        </p:nvSpPr>
        <p:spPr>
          <a:xfrm>
            <a:off x="8270005" y="2970235"/>
            <a:ext cx="340552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masis MT Pro" panose="02040504050005020304" pitchFamily="18" charset="0"/>
              </a:rPr>
              <a:t>0-39.99 FADE Score Qualifiers:</a:t>
            </a:r>
            <a:endParaRPr lang="en-US" sz="1200" b="1" dirty="0">
              <a:latin typeface="Amasis MT Pro" panose="020405040500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 dirty="0">
                <a:latin typeface="Amasis MT Pro" panose="02040504050005020304" pitchFamily="18" charset="0"/>
              </a:rPr>
              <a:t>40%</a:t>
            </a:r>
            <a:r>
              <a:rPr lang="en-US" sz="1300" dirty="0">
                <a:latin typeface="Amasis MT Pro" panose="02040504050005020304" pitchFamily="18" charset="0"/>
              </a:rPr>
              <a:t> Hit Rate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 dirty="0">
                <a:latin typeface="Amasis MT Pro" panose="02040504050005020304" pitchFamily="18" charset="0"/>
              </a:rPr>
              <a:t>27%</a:t>
            </a:r>
            <a:r>
              <a:rPr lang="en-US" sz="1300" dirty="0">
                <a:latin typeface="Amasis MT Pro" panose="02040504050005020304" pitchFamily="18" charset="0"/>
              </a:rPr>
              <a:t>  Hit Rate on </a:t>
            </a:r>
            <a:r>
              <a:rPr lang="en-US" sz="1300" b="1" dirty="0">
                <a:latin typeface="Amasis MT Pro" panose="02040504050005020304" pitchFamily="18" charset="0"/>
              </a:rPr>
              <a:t>Tier 4</a:t>
            </a:r>
            <a:r>
              <a:rPr lang="en-US" sz="1300" dirty="0">
                <a:latin typeface="Amasis MT Pro" panose="02040504050005020304" pitchFamily="18" charset="0"/>
              </a:rPr>
              <a:t> Prospects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 dirty="0">
                <a:latin typeface="Amasis MT Pro" panose="02040504050005020304" pitchFamily="18" charset="0"/>
              </a:rPr>
              <a:t>Tier 3</a:t>
            </a:r>
            <a:r>
              <a:rPr lang="en-US" sz="1300" dirty="0">
                <a:latin typeface="Amasis MT Pro" panose="02040504050005020304" pitchFamily="18" charset="0"/>
              </a:rPr>
              <a:t> prospects project to be valuable on practice squads or special teams.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300" dirty="0">
                <a:latin typeface="Amasis MT Pro" panose="02040504050005020304" pitchFamily="18" charset="0"/>
              </a:rPr>
              <a:t>2022 Class Hit Rate: </a:t>
            </a:r>
            <a:r>
              <a:rPr lang="en-US" sz="1300" b="1" dirty="0">
                <a:latin typeface="Amasis MT Pro" panose="02040504050005020304" pitchFamily="18" charset="0"/>
              </a:rPr>
              <a:t>56%</a:t>
            </a:r>
          </a:p>
          <a:p>
            <a:pPr algn="ctr"/>
            <a:endParaRPr lang="en-US" sz="1200" dirty="0">
              <a:latin typeface="Amasis MT Pro" panose="020405040500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b="1" dirty="0">
              <a:latin typeface="Amasis MT Pro" panose="020405040500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59BF75-0DDB-A243-EB83-E869C3BBFC37}"/>
              </a:ext>
            </a:extLst>
          </p:cNvPr>
          <p:cNvSpPr txBox="1"/>
          <p:nvPr/>
        </p:nvSpPr>
        <p:spPr>
          <a:xfrm>
            <a:off x="8464600" y="4532723"/>
            <a:ext cx="3210933" cy="1785104"/>
          </a:xfrm>
          <a:prstGeom prst="rect">
            <a:avLst/>
          </a:prstGeom>
          <a:noFill/>
          <a:ln w="28575">
            <a:solidFill>
              <a:srgbClr val="1C1C1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masis MT Pro" panose="02040504050005020304" pitchFamily="18" charset="0"/>
              </a:rPr>
              <a:t>R = 0.35 | p = 0.009 </a:t>
            </a:r>
          </a:p>
          <a:p>
            <a:endParaRPr lang="en-US" sz="1600" b="1" dirty="0">
              <a:latin typeface="Amasis MT Pro" panose="02040504050005020304" pitchFamily="18" charset="0"/>
            </a:endParaRPr>
          </a:p>
          <a:p>
            <a:pPr algn="just"/>
            <a:r>
              <a:rPr lang="en-US" sz="1400" b="1" dirty="0">
                <a:latin typeface="Amasis MT Pro" panose="02040504050005020304" pitchFamily="18" charset="0"/>
              </a:rPr>
              <a:t>FADE Score shows a meaningful relationship with NFL Career Production, explaining ~12% of variance in a multi-year, high-noise outcome.</a:t>
            </a:r>
          </a:p>
        </p:txBody>
      </p:sp>
      <p:pic>
        <p:nvPicPr>
          <p:cNvPr id="2050" name="Picture 2" descr="Reed Blankenship - Philadelphia Eagles Safety - ESPN">
            <a:extLst>
              <a:ext uri="{FF2B5EF4-FFF2-40B4-BE49-F238E27FC236}">
                <a16:creationId xmlns:a16="http://schemas.microsoft.com/office/drawing/2014/main" id="{7A673BDB-0A80-1873-4576-423D30CF16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3" t="5201" r="4815"/>
          <a:stretch>
            <a:fillRect/>
          </a:stretch>
        </p:blipFill>
        <p:spPr bwMode="auto">
          <a:xfrm>
            <a:off x="4714985" y="3817088"/>
            <a:ext cx="802129" cy="612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0F35684-2409-0FA0-5AE5-7AB66CFB1527}"/>
              </a:ext>
            </a:extLst>
          </p:cNvPr>
          <p:cNvSpPr txBox="1"/>
          <p:nvPr/>
        </p:nvSpPr>
        <p:spPr>
          <a:xfrm>
            <a:off x="4537534" y="4403494"/>
            <a:ext cx="1157029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latin typeface="Amasis MT Pro" panose="02040504050005020304" pitchFamily="18" charset="0"/>
              </a:rPr>
              <a:t>Reed Blankenship</a:t>
            </a:r>
          </a:p>
          <a:p>
            <a:pPr algn="ctr"/>
            <a:r>
              <a:rPr lang="en-US" sz="900" b="1" dirty="0">
                <a:latin typeface="Amasis MT Pro" panose="02040504050005020304" pitchFamily="18" charset="0"/>
              </a:rPr>
              <a:t>88.00</a:t>
            </a:r>
          </a:p>
        </p:txBody>
      </p:sp>
      <p:pic>
        <p:nvPicPr>
          <p:cNvPr id="2052" name="Picture 4" descr="Cobie Durant - Los Angeles Rams Cornerback - ESPN">
            <a:extLst>
              <a:ext uri="{FF2B5EF4-FFF2-40B4-BE49-F238E27FC236}">
                <a16:creationId xmlns:a16="http://schemas.microsoft.com/office/drawing/2014/main" id="{8B2D8BBA-A80F-FBA5-F013-0A6EDC2BF2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4" t="10015" r="3582"/>
          <a:stretch>
            <a:fillRect/>
          </a:stretch>
        </p:blipFill>
        <p:spPr bwMode="auto">
          <a:xfrm>
            <a:off x="7356248" y="3745894"/>
            <a:ext cx="913757" cy="653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093FC42-0EFD-3DFC-D243-5AF78E992B6B}"/>
              </a:ext>
            </a:extLst>
          </p:cNvPr>
          <p:cNvSpPr txBox="1"/>
          <p:nvPr/>
        </p:nvSpPr>
        <p:spPr>
          <a:xfrm>
            <a:off x="7235676" y="4386432"/>
            <a:ext cx="1157029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latin typeface="Amasis MT Pro" panose="02040504050005020304" pitchFamily="18" charset="0"/>
              </a:rPr>
              <a:t>Cobie Durant</a:t>
            </a:r>
          </a:p>
          <a:p>
            <a:pPr algn="ctr"/>
            <a:r>
              <a:rPr lang="en-US" sz="900" b="1" dirty="0">
                <a:latin typeface="Amasis MT Pro" panose="02040504050005020304" pitchFamily="18" charset="0"/>
              </a:rPr>
              <a:t>84.85</a:t>
            </a:r>
          </a:p>
        </p:txBody>
      </p:sp>
      <p:pic>
        <p:nvPicPr>
          <p:cNvPr id="2054" name="Picture 6" descr="Jelani Woods - New York Jets Tight End - ESPN">
            <a:extLst>
              <a:ext uri="{FF2B5EF4-FFF2-40B4-BE49-F238E27FC236}">
                <a16:creationId xmlns:a16="http://schemas.microsoft.com/office/drawing/2014/main" id="{B6863F09-7DFA-0562-DBA6-74CD13E0EE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0" t="6374" r="3820"/>
          <a:stretch>
            <a:fillRect/>
          </a:stretch>
        </p:blipFill>
        <p:spPr bwMode="auto">
          <a:xfrm>
            <a:off x="4693621" y="4733107"/>
            <a:ext cx="905233" cy="66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E77181E-AB94-E945-308A-EFC3F97A814B}"/>
              </a:ext>
            </a:extLst>
          </p:cNvPr>
          <p:cNvSpPr txBox="1"/>
          <p:nvPr/>
        </p:nvSpPr>
        <p:spPr>
          <a:xfrm>
            <a:off x="4567722" y="5391725"/>
            <a:ext cx="1157029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latin typeface="Amasis MT Pro" panose="02040504050005020304" pitchFamily="18" charset="0"/>
              </a:rPr>
              <a:t>Jelani Woods</a:t>
            </a:r>
          </a:p>
          <a:p>
            <a:pPr algn="ctr"/>
            <a:r>
              <a:rPr lang="en-US" sz="900" b="1" dirty="0">
                <a:latin typeface="Amasis MT Pro" panose="02040504050005020304" pitchFamily="18" charset="0"/>
              </a:rPr>
              <a:t>26.67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A6D893-7CCD-1C5C-52DA-848DB0E56E21}"/>
              </a:ext>
            </a:extLst>
          </p:cNvPr>
          <p:cNvSpPr txBox="1"/>
          <p:nvPr/>
        </p:nvSpPr>
        <p:spPr>
          <a:xfrm>
            <a:off x="7264420" y="5381005"/>
            <a:ext cx="1157029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latin typeface="Amasis MT Pro" panose="02040504050005020304" pitchFamily="18" charset="0"/>
              </a:rPr>
              <a:t>Ty Chandler</a:t>
            </a:r>
          </a:p>
          <a:p>
            <a:pPr algn="ctr"/>
            <a:r>
              <a:rPr lang="en-US" sz="900" b="1" dirty="0">
                <a:latin typeface="Amasis MT Pro" panose="02040504050005020304" pitchFamily="18" charset="0"/>
              </a:rPr>
              <a:t>5.56</a:t>
            </a:r>
          </a:p>
        </p:txBody>
      </p:sp>
      <p:pic>
        <p:nvPicPr>
          <p:cNvPr id="2058" name="Picture 10" descr="Ty Chandler - Minnesota Vikings Running Back - ESPN">
            <a:extLst>
              <a:ext uri="{FF2B5EF4-FFF2-40B4-BE49-F238E27FC236}">
                <a16:creationId xmlns:a16="http://schemas.microsoft.com/office/drawing/2014/main" id="{5E016188-C5E5-B1FA-B7D3-4A006FCD3F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3" t="12059" r="5259"/>
          <a:stretch>
            <a:fillRect/>
          </a:stretch>
        </p:blipFill>
        <p:spPr bwMode="auto">
          <a:xfrm>
            <a:off x="7385566" y="4746807"/>
            <a:ext cx="910483" cy="653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27046F2-1E5B-5E7E-83FB-9E63E692780E}"/>
              </a:ext>
            </a:extLst>
          </p:cNvPr>
          <p:cNvSpPr/>
          <p:nvPr/>
        </p:nvSpPr>
        <p:spPr>
          <a:xfrm>
            <a:off x="5887764" y="4166672"/>
            <a:ext cx="1252993" cy="61244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1C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C1C1C"/>
                </a:solidFill>
                <a:latin typeface="Amasis MT Pro" panose="02040504050005020304" pitchFamily="18" charset="0"/>
              </a:rPr>
              <a:t>Model Values</a:t>
            </a:r>
          </a:p>
        </p:txBody>
      </p: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838A7591-61F5-BE42-E5B7-0BAC686FEF97}"/>
              </a:ext>
            </a:extLst>
          </p:cNvPr>
          <p:cNvCxnSpPr>
            <a:cxnSpLocks/>
            <a:stCxn id="28" idx="1"/>
            <a:endCxn id="2050" idx="3"/>
          </p:cNvCxnSpPr>
          <p:nvPr/>
        </p:nvCxnSpPr>
        <p:spPr>
          <a:xfrm rot="10800000">
            <a:off x="5517114" y="4123313"/>
            <a:ext cx="370650" cy="349584"/>
          </a:xfrm>
          <a:prstGeom prst="curvedConnector3">
            <a:avLst/>
          </a:prstGeom>
          <a:ln>
            <a:solidFill>
              <a:srgbClr val="1C1C1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549973EF-1363-EE1C-0597-0BF3094FF260}"/>
              </a:ext>
            </a:extLst>
          </p:cNvPr>
          <p:cNvCxnSpPr>
            <a:cxnSpLocks/>
            <a:stCxn id="28" idx="3"/>
            <a:endCxn id="2052" idx="1"/>
          </p:cNvCxnSpPr>
          <p:nvPr/>
        </p:nvCxnSpPr>
        <p:spPr>
          <a:xfrm flipV="1">
            <a:off x="7140757" y="4072631"/>
            <a:ext cx="215491" cy="400266"/>
          </a:xfrm>
          <a:prstGeom prst="curvedConnector3">
            <a:avLst>
              <a:gd name="adj1" fmla="val 50000"/>
            </a:avLst>
          </a:prstGeom>
          <a:ln>
            <a:solidFill>
              <a:srgbClr val="1C1C1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9DA49F60-0D9B-5121-3887-77561FB6B9FE}"/>
              </a:ext>
            </a:extLst>
          </p:cNvPr>
          <p:cNvSpPr/>
          <p:nvPr/>
        </p:nvSpPr>
        <p:spPr>
          <a:xfrm>
            <a:off x="5890565" y="4881272"/>
            <a:ext cx="1252993" cy="61244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1C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C1C1C"/>
                </a:solidFill>
                <a:latin typeface="Amasis MT Pro" panose="02040504050005020304" pitchFamily="18" charset="0"/>
              </a:rPr>
              <a:t>Model Cautions</a:t>
            </a:r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75324CA1-AD4E-A504-DEE2-9EBF03D4269D}"/>
              </a:ext>
            </a:extLst>
          </p:cNvPr>
          <p:cNvCxnSpPr>
            <a:cxnSpLocks/>
            <a:stCxn id="36" idx="1"/>
            <a:endCxn id="2054" idx="3"/>
          </p:cNvCxnSpPr>
          <p:nvPr/>
        </p:nvCxnSpPr>
        <p:spPr>
          <a:xfrm rot="10800000">
            <a:off x="5598855" y="5066075"/>
            <a:ext cx="291711" cy="121423"/>
          </a:xfrm>
          <a:prstGeom prst="curvedConnector3">
            <a:avLst>
              <a:gd name="adj1" fmla="val 50000"/>
            </a:avLst>
          </a:prstGeom>
          <a:ln>
            <a:solidFill>
              <a:srgbClr val="1C1C1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10D5739A-3612-8E69-86B0-B83801695114}"/>
              </a:ext>
            </a:extLst>
          </p:cNvPr>
          <p:cNvCxnSpPr>
            <a:cxnSpLocks/>
            <a:stCxn id="36" idx="3"/>
            <a:endCxn id="2058" idx="1"/>
          </p:cNvCxnSpPr>
          <p:nvPr/>
        </p:nvCxnSpPr>
        <p:spPr>
          <a:xfrm flipV="1">
            <a:off x="7143558" y="5073544"/>
            <a:ext cx="242008" cy="113953"/>
          </a:xfrm>
          <a:prstGeom prst="curvedConnector3">
            <a:avLst>
              <a:gd name="adj1" fmla="val 50000"/>
            </a:avLst>
          </a:prstGeom>
          <a:ln>
            <a:solidFill>
              <a:srgbClr val="1C1C1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CC8DE81-3732-75A4-DE23-D2978DB50B33}"/>
              </a:ext>
            </a:extLst>
          </p:cNvPr>
          <p:cNvSpPr txBox="1"/>
          <p:nvPr/>
        </p:nvSpPr>
        <p:spPr>
          <a:xfrm>
            <a:off x="5124325" y="2642466"/>
            <a:ext cx="6237223" cy="276999"/>
          </a:xfrm>
          <a:prstGeom prst="rect">
            <a:avLst/>
          </a:prstGeom>
          <a:noFill/>
          <a:ln w="28575">
            <a:solidFill>
              <a:srgbClr val="0B1F3A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1C1C1C"/>
                </a:solidFill>
                <a:latin typeface="Amasis MT Pro" panose="02040504050005020304" pitchFamily="18" charset="0"/>
              </a:rPr>
              <a:t>Prospect Hit = </a:t>
            </a:r>
            <a:r>
              <a:rPr lang="en-US" sz="1200" dirty="0">
                <a:solidFill>
                  <a:srgbClr val="1C1C1C"/>
                </a:solidFill>
                <a:latin typeface="Amasis MT Pro" panose="02040504050005020304" pitchFamily="18" charset="0"/>
              </a:rPr>
              <a:t>Prospect Produces Above Class Median (Amongst EWS Participants)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9FF7AE3-2497-1777-BE89-2C70F1840D8F}"/>
              </a:ext>
            </a:extLst>
          </p:cNvPr>
          <p:cNvSpPr/>
          <p:nvPr/>
        </p:nvSpPr>
        <p:spPr>
          <a:xfrm>
            <a:off x="4556457" y="5782662"/>
            <a:ext cx="3825181" cy="547127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000" dirty="0">
                <a:solidFill>
                  <a:srgbClr val="1C1C1C"/>
                </a:solidFill>
                <a:latin typeface="Amasis MT Pro" panose="02040504050005020304" pitchFamily="18" charset="0"/>
              </a:rPr>
              <a:t>Both Woods and Chandler tested well at their Combine/Pro Days. FADE Score can help differentiate functional athleticism from athletic testing as both aren’t necessarily the same thing.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D15AAE-E508-809F-4AE6-FACB117DE048}"/>
              </a:ext>
            </a:extLst>
          </p:cNvPr>
          <p:cNvSpPr/>
          <p:nvPr/>
        </p:nvSpPr>
        <p:spPr>
          <a:xfrm>
            <a:off x="704675" y="1508782"/>
            <a:ext cx="3988267" cy="844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044887-E1DA-CF88-67B6-2B62DB8C542F}"/>
              </a:ext>
            </a:extLst>
          </p:cNvPr>
          <p:cNvSpPr txBox="1"/>
          <p:nvPr/>
        </p:nvSpPr>
        <p:spPr>
          <a:xfrm>
            <a:off x="704674" y="1123002"/>
            <a:ext cx="398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1C1C1C"/>
                </a:solidFill>
                <a:latin typeface="Amasis MT Pro Black" panose="02040A04050005020304" pitchFamily="18" charset="0"/>
              </a:rPr>
              <a:t>Player Tiering System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F7D67C-3E25-518E-DB95-63D0F7F736F9}"/>
              </a:ext>
            </a:extLst>
          </p:cNvPr>
          <p:cNvSpPr/>
          <p:nvPr/>
        </p:nvSpPr>
        <p:spPr>
          <a:xfrm>
            <a:off x="704674" y="1676400"/>
            <a:ext cx="3161655" cy="2174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1C1C1C"/>
                </a:solidFill>
                <a:latin typeface="Amasis MT Pro Black" panose="02040A04050005020304" pitchFamily="18" charset="0"/>
              </a:rPr>
              <a:t>Tier 1</a:t>
            </a: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3764BF78-D47D-A2EC-2F3D-EF55C2179D04}"/>
              </a:ext>
            </a:extLst>
          </p:cNvPr>
          <p:cNvSpPr/>
          <p:nvPr/>
        </p:nvSpPr>
        <p:spPr>
          <a:xfrm rot="10800000">
            <a:off x="3925955" y="1835796"/>
            <a:ext cx="755962" cy="4263604"/>
          </a:xfrm>
          <a:prstGeom prst="triangle">
            <a:avLst/>
          </a:prstGeom>
          <a:gradFill>
            <a:gsLst>
              <a:gs pos="0">
                <a:srgbClr val="FF0000"/>
              </a:gs>
              <a:gs pos="37000">
                <a:srgbClr val="FFC000"/>
              </a:gs>
              <a:gs pos="62000">
                <a:srgbClr val="FFFF00"/>
              </a:gs>
              <a:gs pos="100000">
                <a:srgbClr val="00B050"/>
              </a:gs>
            </a:gsLst>
            <a:lin ang="5400000" scaled="1"/>
          </a:gradFill>
          <a:ln>
            <a:solidFill>
              <a:srgbClr val="1C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E171B4-5EBF-6E61-1BE4-D80D22D0D9D6}"/>
              </a:ext>
            </a:extLst>
          </p:cNvPr>
          <p:cNvSpPr txBox="1"/>
          <p:nvPr/>
        </p:nvSpPr>
        <p:spPr>
          <a:xfrm>
            <a:off x="4041794" y="1828674"/>
            <a:ext cx="514663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sis MT Pro Black" panose="02040A04050005020304" pitchFamily="18" charset="0"/>
              </a:rPr>
              <a:t>100</a:t>
            </a: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r>
              <a:rPr lang="en-US" sz="1100" dirty="0">
                <a:latin typeface="Amasis MT Pro Black" panose="02040A04050005020304" pitchFamily="18" charset="0"/>
              </a:rPr>
              <a:t>80</a:t>
            </a: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r>
              <a:rPr lang="en-US" sz="1100" dirty="0">
                <a:latin typeface="Amasis MT Pro Black" panose="02040A04050005020304" pitchFamily="18" charset="0"/>
              </a:rPr>
              <a:t>60</a:t>
            </a: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r>
              <a:rPr lang="en-US" sz="1100" dirty="0">
                <a:latin typeface="Amasis MT Pro Black" panose="02040A04050005020304" pitchFamily="18" charset="0"/>
              </a:rPr>
              <a:t>40</a:t>
            </a: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endParaRPr lang="en-US" sz="1100" dirty="0">
              <a:latin typeface="Amasis MT Pro Black" panose="02040A04050005020304" pitchFamily="18" charset="0"/>
            </a:endParaRPr>
          </a:p>
          <a:p>
            <a:pPr algn="ctr"/>
            <a:r>
              <a:rPr lang="en-US" sz="1100" dirty="0">
                <a:latin typeface="Amasis MT Pro Black" panose="02040A04050005020304" pitchFamily="18" charset="0"/>
              </a:rPr>
              <a:t>20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657ABA-D8FE-83B1-F413-A102BD1BE409}"/>
              </a:ext>
            </a:extLst>
          </p:cNvPr>
          <p:cNvSpPr/>
          <p:nvPr/>
        </p:nvSpPr>
        <p:spPr>
          <a:xfrm>
            <a:off x="700770" y="2588840"/>
            <a:ext cx="3161655" cy="21746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1C1C1C"/>
                </a:solidFill>
                <a:latin typeface="Amasis MT Pro Black" panose="02040A04050005020304" pitchFamily="18" charset="0"/>
              </a:rPr>
              <a:t>Tier 2a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C93D2FE-0A18-9DC1-9308-0965642917A9}"/>
              </a:ext>
            </a:extLst>
          </p:cNvPr>
          <p:cNvSpPr/>
          <p:nvPr/>
        </p:nvSpPr>
        <p:spPr>
          <a:xfrm>
            <a:off x="694570" y="4448893"/>
            <a:ext cx="3161655" cy="2174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1C1C1C"/>
                </a:solidFill>
                <a:latin typeface="Amasis MT Pro Black" panose="02040A04050005020304" pitchFamily="18" charset="0"/>
              </a:rPr>
              <a:t>Tier 3 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3E5B5A7-3186-BCAA-83C6-1CBEC1A064A4}"/>
              </a:ext>
            </a:extLst>
          </p:cNvPr>
          <p:cNvSpPr/>
          <p:nvPr/>
        </p:nvSpPr>
        <p:spPr>
          <a:xfrm>
            <a:off x="694726" y="5359726"/>
            <a:ext cx="3161655" cy="2174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1C1C1C"/>
                </a:solidFill>
                <a:latin typeface="Amasis MT Pro Black" panose="02040A04050005020304" pitchFamily="18" charset="0"/>
              </a:rPr>
              <a:t>Tier 4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AC4A33A-CC30-2FB1-D4D0-39EE6B8643B8}"/>
              </a:ext>
            </a:extLst>
          </p:cNvPr>
          <p:cNvSpPr txBox="1"/>
          <p:nvPr/>
        </p:nvSpPr>
        <p:spPr>
          <a:xfrm>
            <a:off x="3808692" y="1597488"/>
            <a:ext cx="11131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masis MT Pro Black" panose="02040A04050005020304" pitchFamily="18" charset="0"/>
              </a:rPr>
              <a:t>FADE Score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95DD5A-733E-291B-22E8-1AA07B9F1CA0}"/>
              </a:ext>
            </a:extLst>
          </p:cNvPr>
          <p:cNvSpPr/>
          <p:nvPr/>
        </p:nvSpPr>
        <p:spPr>
          <a:xfrm>
            <a:off x="694726" y="3501931"/>
            <a:ext cx="3161655" cy="2174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1C1C1C"/>
                </a:solidFill>
                <a:latin typeface="Amasis MT Pro Black" panose="02040A04050005020304" pitchFamily="18" charset="0"/>
              </a:rPr>
              <a:t>Tier 2b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E505DC8-95C0-A8FB-D3DA-9D61BE0E8270}"/>
              </a:ext>
            </a:extLst>
          </p:cNvPr>
          <p:cNvSpPr/>
          <p:nvPr/>
        </p:nvSpPr>
        <p:spPr>
          <a:xfrm>
            <a:off x="704673" y="1896670"/>
            <a:ext cx="3161655" cy="56651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  <a:latin typeface="Amasis MT Pro" panose="02040504050005020304" pitchFamily="18" charset="0"/>
              </a:rPr>
              <a:t>Draftable Player </a:t>
            </a:r>
            <a:r>
              <a:rPr lang="en-US" sz="1200" dirty="0">
                <a:solidFill>
                  <a:srgbClr val="1C1C1C"/>
                </a:solidFill>
                <a:latin typeface="Amasis MT Pro" panose="02040504050005020304" pitchFamily="18" charset="0"/>
              </a:rPr>
              <a:t>– High-certainty producer over rookie contract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E5146F9-3D07-A0CE-A994-33BADA995477}"/>
              </a:ext>
            </a:extLst>
          </p:cNvPr>
          <p:cNvSpPr/>
          <p:nvPr/>
        </p:nvSpPr>
        <p:spPr>
          <a:xfrm>
            <a:off x="700769" y="2801295"/>
            <a:ext cx="3161655" cy="56651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  <a:latin typeface="Amasis MT Pro" panose="02040504050005020304" pitchFamily="18" charset="0"/>
              </a:rPr>
              <a:t>Draftable Player </a:t>
            </a:r>
            <a:r>
              <a:rPr lang="en-US" sz="1200" dirty="0">
                <a:solidFill>
                  <a:srgbClr val="1C1C1C"/>
                </a:solidFill>
                <a:latin typeface="Amasis MT Pro" panose="02040504050005020304" pitchFamily="18" charset="0"/>
              </a:rPr>
              <a:t>– Game day contributors / Players with upside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987A4DB-12CD-7D16-00D5-02F84B649C51}"/>
              </a:ext>
            </a:extLst>
          </p:cNvPr>
          <p:cNvSpPr/>
          <p:nvPr/>
        </p:nvSpPr>
        <p:spPr>
          <a:xfrm>
            <a:off x="694725" y="3714386"/>
            <a:ext cx="3161655" cy="56651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  <a:latin typeface="Amasis MT Pro" panose="02040504050005020304" pitchFamily="18" charset="0"/>
              </a:rPr>
              <a:t>Priority FA </a:t>
            </a:r>
            <a:r>
              <a:rPr lang="en-US" sz="1200" dirty="0">
                <a:solidFill>
                  <a:srgbClr val="1C1C1C"/>
                </a:solidFill>
                <a:latin typeface="Amasis MT Pro" panose="02040504050005020304" pitchFamily="18" charset="0"/>
              </a:rPr>
              <a:t>– Game day contributors / Players with limited athletic ceiling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C1143C4-7FDE-0DE7-BF3D-376DB5067D76}"/>
              </a:ext>
            </a:extLst>
          </p:cNvPr>
          <p:cNvSpPr/>
          <p:nvPr/>
        </p:nvSpPr>
        <p:spPr>
          <a:xfrm>
            <a:off x="694569" y="4661348"/>
            <a:ext cx="3161655" cy="56651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  <a:latin typeface="Amasis MT Pro" panose="02040504050005020304" pitchFamily="18" charset="0"/>
              </a:rPr>
              <a:t>UDFA </a:t>
            </a:r>
            <a:r>
              <a:rPr lang="en-US" sz="1200" dirty="0">
                <a:solidFill>
                  <a:srgbClr val="1C1C1C"/>
                </a:solidFill>
                <a:latin typeface="Amasis MT Pro" panose="02040504050005020304" pitchFamily="18" charset="0"/>
              </a:rPr>
              <a:t>– Likely Practice Squad / Emergency depth players</a:t>
            </a:r>
            <a:endParaRPr lang="en-US" sz="1100" dirty="0">
              <a:solidFill>
                <a:srgbClr val="1C1C1C"/>
              </a:solidFill>
              <a:latin typeface="Amasis MT Pro" panose="020405040500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F83F576-F239-CB4F-D5B8-E663216020CC}"/>
              </a:ext>
            </a:extLst>
          </p:cNvPr>
          <p:cNvSpPr/>
          <p:nvPr/>
        </p:nvSpPr>
        <p:spPr>
          <a:xfrm>
            <a:off x="694725" y="5572181"/>
            <a:ext cx="3161655" cy="56651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  <a:latin typeface="Amasis MT Pro" panose="02040504050005020304" pitchFamily="18" charset="0"/>
              </a:rPr>
              <a:t>90 Man Roster </a:t>
            </a:r>
            <a:r>
              <a:rPr lang="en-US" sz="1200" dirty="0">
                <a:solidFill>
                  <a:srgbClr val="1C1C1C"/>
                </a:solidFill>
                <a:latin typeface="Amasis MT Pro" panose="02040504050005020304" pitchFamily="18" charset="0"/>
              </a:rPr>
              <a:t>– Athleticism doesn’t project to NFL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65B4A4-7766-244C-C42D-649C78F3753F}"/>
              </a:ext>
            </a:extLst>
          </p:cNvPr>
          <p:cNvSpPr txBox="1"/>
          <p:nvPr/>
        </p:nvSpPr>
        <p:spPr>
          <a:xfrm>
            <a:off x="9450977" y="937895"/>
            <a:ext cx="2224556" cy="1092607"/>
          </a:xfrm>
          <a:prstGeom prst="rect">
            <a:avLst/>
          </a:prstGeom>
          <a:noFill/>
          <a:ln w="28575">
            <a:solidFill>
              <a:srgbClr val="1C1C1C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500" b="1" dirty="0">
                <a:latin typeface="Amasis MT Pro" panose="02040504050005020304" pitchFamily="18" charset="0"/>
              </a:rPr>
              <a:t>Value of FADE Score:</a:t>
            </a:r>
            <a:r>
              <a:rPr lang="en-US" sz="1200" b="1" dirty="0">
                <a:latin typeface="Amasis MT Pro" panose="02040504050005020304" pitchFamily="18" charset="0"/>
              </a:rPr>
              <a:t> </a:t>
            </a:r>
            <a:endParaRPr lang="en-US" b="1" dirty="0">
              <a:latin typeface="Amasis MT Pro" panose="02040504050005020304" pitchFamily="18" charset="0"/>
            </a:endParaRPr>
          </a:p>
          <a:p>
            <a:pPr algn="just"/>
            <a:endParaRPr lang="en-US" sz="1250" dirty="0">
              <a:latin typeface="Amasis MT Pro" panose="02040504050005020304" pitchFamily="18" charset="0"/>
            </a:endParaRPr>
          </a:p>
          <a:p>
            <a:pPr algn="just"/>
            <a:r>
              <a:rPr lang="en-US" sz="1250" dirty="0">
                <a:latin typeface="Amasis MT Pro" panose="02040504050005020304" pitchFamily="18" charset="0"/>
              </a:rPr>
              <a:t>Flag instances where athletic testing data doesn’t  correlate with on-field success</a:t>
            </a:r>
            <a:endParaRPr lang="en-US" sz="1250" b="1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997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2047</TotalTime>
  <Words>1462</Words>
  <Application>Microsoft Office PowerPoint</Application>
  <PresentationFormat>Widescreen</PresentationFormat>
  <Paragraphs>312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Amasis MT Pro</vt:lpstr>
      <vt:lpstr>Amasis MT Pro Black</vt:lpstr>
      <vt:lpstr>Aptos</vt:lpstr>
      <vt:lpstr>Aptos Display</vt:lpstr>
      <vt:lpstr>Arial</vt:lpstr>
      <vt:lpstr>Office Theme</vt:lpstr>
      <vt:lpstr>PowerPoint Presentation</vt:lpstr>
      <vt:lpstr>Project Construction: Background</vt:lpstr>
      <vt:lpstr>Project Construction: Context</vt:lpstr>
      <vt:lpstr>Project Construction: Philosophy</vt:lpstr>
      <vt:lpstr>PowerPoint Presentation</vt:lpstr>
      <vt:lpstr>Testing Functional Speed, Strength, &amp; Length</vt:lpstr>
      <vt:lpstr>Score Calculation</vt:lpstr>
      <vt:lpstr>Player Projection &amp; Tiering: Modeling</vt:lpstr>
      <vt:lpstr>Player Projection &amp; Tiering: Examples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adithya prabakaran</dc:creator>
  <cp:lastModifiedBy>adithya prabakaran</cp:lastModifiedBy>
  <cp:revision>3</cp:revision>
  <dcterms:created xsi:type="dcterms:W3CDTF">2025-12-29T02:47:54Z</dcterms:created>
  <dcterms:modified xsi:type="dcterms:W3CDTF">2026-01-04T23:41:35Z</dcterms:modified>
</cp:coreProperties>
</file>